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7bda0c53d442e5" /><Relationship Type="http://schemas.openxmlformats.org/officeDocument/2006/relationships/extended-properties" Target="/docProps/app.xml" Id="Rb64141476032427c" /><Relationship Type="http://schemas.openxmlformats.org/officeDocument/2006/relationships/officeDocument" Target="/ppt/presentation.xml" Id="R9d6e21b3e9d44f25" /></Relationships>
</file>

<file path=ppt/presentation.xml><?xml version="1.0" encoding="utf-8"?>
<p:presentation xmlns:p="http://schemas.openxmlformats.org/presentationml/2006/main">
  <p:sldMasterIdLst>
    <p:sldMasterId xmlns:r="http://schemas.openxmlformats.org/officeDocument/2006/relationships" id="2147483648" r:id="R6449227d41af440d"/>
  </p:sldMasterIdLst>
  <p:notesMasterIdLst>
    <p:notesMasterId xmlns:r="http://schemas.openxmlformats.org/officeDocument/2006/relationships" r:id="Rb04d5a2bba1148ce"/>
  </p:notesMasterIdLst>
  <p:sldIdLst>
    <p:sldId xmlns:r="http://schemas.openxmlformats.org/officeDocument/2006/relationships" id="256" r:id="Rf78b1a904310465e"/>
    <p:sldId xmlns:r="http://schemas.openxmlformats.org/officeDocument/2006/relationships" id="257" r:id="R38b2e2f5a1a546f7"/>
    <p:sldId xmlns:r="http://schemas.openxmlformats.org/officeDocument/2006/relationships" id="258" r:id="R6bbb96e7fa194a75"/>
    <p:sldId xmlns:r="http://schemas.openxmlformats.org/officeDocument/2006/relationships" id="259" r:id="R57a8e694afb94bbf"/>
    <p:sldId xmlns:r="http://schemas.openxmlformats.org/officeDocument/2006/relationships" id="260" r:id="R03612e12b3ef4aa4"/>
    <p:sldId xmlns:r="http://schemas.openxmlformats.org/officeDocument/2006/relationships" id="261" r:id="R01bdeebee51c4c87"/>
    <p:sldId xmlns:r="http://schemas.openxmlformats.org/officeDocument/2006/relationships" id="262" r:id="R5eb07a83a35b4a63"/>
    <p:sldId xmlns:r="http://schemas.openxmlformats.org/officeDocument/2006/relationships" id="263" r:id="Rfcdb2ce762d24a70"/>
    <p:sldId xmlns:r="http://schemas.openxmlformats.org/officeDocument/2006/relationships" id="264" r:id="R653e3e3dd6d84930"/>
    <p:sldId xmlns:r="http://schemas.openxmlformats.org/officeDocument/2006/relationships" id="265" r:id="R57a196da341b45a5"/>
    <p:sldId xmlns:r="http://schemas.openxmlformats.org/officeDocument/2006/relationships" id="266" r:id="R38f6f768794f4890"/>
    <p:sldId xmlns:r="http://schemas.openxmlformats.org/officeDocument/2006/relationships" id="267" r:id="R9567bca313654e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a1f17b37614b81" /><Relationship Type="http://schemas.openxmlformats.org/officeDocument/2006/relationships/slideMaster" Target="/ppt/slideMasters/slideMaster1.xml" Id="R6449227d41af440d" /><Relationship Type="http://schemas.openxmlformats.org/officeDocument/2006/relationships/notesMaster" Target="/ppt/notesMasters/notesMaster1.xml" Id="Rb04d5a2bba1148ce" /><Relationship Type="http://schemas.openxmlformats.org/officeDocument/2006/relationships/presProps" Target="/ppt/presProps.xml" Id="R7b443d1904b4437e" /><Relationship Type="http://schemas.openxmlformats.org/officeDocument/2006/relationships/tableStyles" Target="/ppt/tableStyles.xml" Id="R19e1a03c0e58483f" /><Relationship Type="http://schemas.openxmlformats.org/officeDocument/2006/relationships/slide" Target="/ppt/slides/slide1.xml" Id="Rf78b1a904310465e" /><Relationship Type="http://schemas.openxmlformats.org/officeDocument/2006/relationships/slide" Target="/ppt/slides/slide2.xml" Id="R38b2e2f5a1a546f7" /><Relationship Type="http://schemas.openxmlformats.org/officeDocument/2006/relationships/slide" Target="/ppt/slides/slide3.xml" Id="R6bbb96e7fa194a75" /><Relationship Type="http://schemas.openxmlformats.org/officeDocument/2006/relationships/slide" Target="/ppt/slides/slide4.xml" Id="R57a8e694afb94bbf" /><Relationship Type="http://schemas.openxmlformats.org/officeDocument/2006/relationships/slide" Target="/ppt/slides/slide5.xml" Id="R03612e12b3ef4aa4" /><Relationship Type="http://schemas.openxmlformats.org/officeDocument/2006/relationships/slide" Target="/ppt/slides/slide6.xml" Id="R01bdeebee51c4c87" /><Relationship Type="http://schemas.openxmlformats.org/officeDocument/2006/relationships/slide" Target="/ppt/slides/slide7.xml" Id="R5eb07a83a35b4a63" /><Relationship Type="http://schemas.openxmlformats.org/officeDocument/2006/relationships/slide" Target="/ppt/slides/slide8.xml" Id="Rfcdb2ce762d24a70" /><Relationship Type="http://schemas.openxmlformats.org/officeDocument/2006/relationships/slide" Target="/ppt/slides/slide9.xml" Id="R653e3e3dd6d84930" /><Relationship Type="http://schemas.openxmlformats.org/officeDocument/2006/relationships/slide" Target="/ppt/slides/slide10.xml" Id="R57a196da341b45a5" /><Relationship Type="http://schemas.openxmlformats.org/officeDocument/2006/relationships/slide" Target="/ppt/slides/slide11.xml" Id="R38f6f768794f4890" /><Relationship Type="http://schemas.openxmlformats.org/officeDocument/2006/relationships/slide" Target="/ppt/slides/slide12.xml" Id="R9567bca313654e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63b10d2ba445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7bdfd4d4854520" /><Relationship Type="http://schemas.openxmlformats.org/officeDocument/2006/relationships/notesMaster" Target="/ppt/notesMasters/notesMaster1.xml" Id="Re97f274375d044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7e48a260134129" /><Relationship Type="http://schemas.openxmlformats.org/officeDocument/2006/relationships/notesMaster" Target="/ppt/notesMasters/notesMaster1.xml" Id="R8410ffd44e8a41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ec952070714c2e" /><Relationship Type="http://schemas.openxmlformats.org/officeDocument/2006/relationships/notesMaster" Target="/ppt/notesMasters/notesMaster1.xml" Id="Rc8b44fb4b77e45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113dd44fb4e55" /><Relationship Type="http://schemas.openxmlformats.org/officeDocument/2006/relationships/notesMaster" Target="/ppt/notesMasters/notesMaster1.xml" Id="R3b3edf8dcb8d45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4db26da9164053" /><Relationship Type="http://schemas.openxmlformats.org/officeDocument/2006/relationships/notesMaster" Target="/ppt/notesMasters/notesMaster1.xml" Id="Re1e962d2bc8c4f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a721c983204e06" /><Relationship Type="http://schemas.openxmlformats.org/officeDocument/2006/relationships/notesMaster" Target="/ppt/notesMasters/notesMaster1.xml" Id="Rbc181272bf934a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73ab48857f42a1" /><Relationship Type="http://schemas.openxmlformats.org/officeDocument/2006/relationships/notesMaster" Target="/ppt/notesMasters/notesMaster1.xml" Id="R632947d5bd7941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844559786d4a90" /><Relationship Type="http://schemas.openxmlformats.org/officeDocument/2006/relationships/notesMaster" Target="/ppt/notesMasters/notesMaster1.xml" Id="Rf7d81e74696841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3946be610c4b50" /><Relationship Type="http://schemas.openxmlformats.org/officeDocument/2006/relationships/notesMaster" Target="/ppt/notesMasters/notesMaster1.xml" Id="Rcbc367835a184b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6af466bb83435c" /><Relationship Type="http://schemas.openxmlformats.org/officeDocument/2006/relationships/notesMaster" Target="/ppt/notesMasters/notesMaster1.xml" Id="R4aff7012772d49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aca86b810a4bd3" /><Relationship Type="http://schemas.openxmlformats.org/officeDocument/2006/relationships/notesMaster" Target="/ppt/notesMasters/notesMaster1.xml" Id="R6d8db57c99b347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770ec8703c4f57" /><Relationship Type="http://schemas.openxmlformats.org/officeDocument/2006/relationships/notesMaster" Target="/ppt/notesMasters/notesMaster1.xml" Id="Rc7510862b0b147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e6e33aa0ad44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53585ff6874c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688ad2e6594f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5ed09b5c8e4e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7ebc663b764e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dd4cde3c8a49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C3ABABF-865D-4447-9ACF-DFEA0B54A8C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FE2DB84-73C5-4823-A83E-CC9BC8571A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2D814B3F-F260-4FA5-A512-5C3A35DBFB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62D319D-BA8D-4843-9B82-CD4BECB47251}"/>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D6A7A7A0-D25F-40CC-9F49-C5F1352A84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BECEB31-4D38-4058-9C7D-D779CFD46F5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959335-D54A-4B21-AE0F-AA98E80A09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454762B5-0D38-4036-B0A6-9A5C3788595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869022B-DC3D-44D6-9158-022D42A10E0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62B72E6-3083-4AFD-9FC3-6497624966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5A27216-EADC-4F97-AFFC-6075BAEFB8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087BE7EB-1FCB-4B79-A59E-755D709065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209615D-E42C-4B61-A24E-DDD0A37EED6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1D210F9-E299-43C4-BBEB-95B3CCB275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9C39921-C290-4A73-A470-9D69C0B9F6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42c7db5bf84cf8" /><Relationship Type="http://schemas.openxmlformats.org/officeDocument/2006/relationships/slideLayout" Target="/ppt/slideLayouts/slideLayout1.xml" Id="Rba8774a326af4b89" /><Relationship Type="http://schemas.openxmlformats.org/officeDocument/2006/relationships/slideLayout" Target="/ppt/slideLayouts/slideLayout2.xml" Id="R3224e1fc40fb47c7" /><Relationship Type="http://schemas.openxmlformats.org/officeDocument/2006/relationships/slideLayout" Target="/ppt/slideLayouts/slideLayout3.xml" Id="R0c48672019564b9f" /><Relationship Type="http://schemas.openxmlformats.org/officeDocument/2006/relationships/slideLayout" Target="/ppt/slideLayouts/slideLayout4.xml" Id="Rb3fe256302af45cb" /><Relationship Type="http://schemas.openxmlformats.org/officeDocument/2006/relationships/slideLayout" Target="/ppt/slideLayouts/slideLayout5.xml" Id="R3a398ae620ed424d" /><Relationship Type="http://schemas.openxmlformats.org/officeDocument/2006/relationships/slideLayout" Target="/ppt/slideLayouts/slideLayout6.xml" Id="R6a018d3d148f4a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8774a326af4b89"/>
    <p:sldLayoutId xmlns:r="http://schemas.openxmlformats.org/officeDocument/2006/relationships" id="2147483650" r:id="R3224e1fc40fb47c7"/>
    <p:sldLayoutId xmlns:r="http://schemas.openxmlformats.org/officeDocument/2006/relationships" id="2147483651" r:id="R0c48672019564b9f"/>
    <p:sldLayoutId xmlns:r="http://schemas.openxmlformats.org/officeDocument/2006/relationships" id="2147483652" r:id="Rb3fe256302af45cb"/>
    <p:sldLayoutId xmlns:r="http://schemas.openxmlformats.org/officeDocument/2006/relationships" id="2147483653" r:id="R3a398ae620ed424d"/>
    <p:sldLayoutId xmlns:r="http://schemas.openxmlformats.org/officeDocument/2006/relationships" id="2147483654" r:id="R6a018d3d148f4a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1d613186654b52" /><Relationship Type="http://schemas.openxmlformats.org/officeDocument/2006/relationships/notesSlide" Target="/ppt/notesSlides/notesSlide1.xml" Id="R85765f169e624a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c26def27054cc4" /><Relationship Type="http://schemas.openxmlformats.org/officeDocument/2006/relationships/notesSlide" Target="/ppt/notesSlides/notesSlide2.xml" Id="Rb9b8eca0086748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d2497e320a45e3" /><Relationship Type="http://schemas.openxmlformats.org/officeDocument/2006/relationships/notesSlide" Target="/ppt/notesSlides/notesSlide3.xml" Id="R68648d9664a642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b074ccf34f4d5b" /><Relationship Type="http://schemas.openxmlformats.org/officeDocument/2006/relationships/notesSlide" Target="/ppt/notesSlides/notesSlide4.xml" Id="R6766cdc7e7734d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eb45d9ed85444b" /><Relationship Type="http://schemas.openxmlformats.org/officeDocument/2006/relationships/notesSlide" Target="/ppt/notesSlides/notesSlide5.xml" Id="Rb50e6c0a7e6745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c4e69b31bd4eaa" /><Relationship Type="http://schemas.openxmlformats.org/officeDocument/2006/relationships/notesSlide" Target="/ppt/notesSlides/notesSlide6.xml" Id="R18de925b218f41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adbca6169f46ce" /><Relationship Type="http://schemas.openxmlformats.org/officeDocument/2006/relationships/notesSlide" Target="/ppt/notesSlides/notesSlide7.xml" Id="R1abef6e1ab0c40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83548d79c84b01" /><Relationship Type="http://schemas.openxmlformats.org/officeDocument/2006/relationships/notesSlide" Target="/ppt/notesSlides/notesSlide8.xml" Id="Rd5f25a14955140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ce1038b3db74ed5" /><Relationship Type="http://schemas.openxmlformats.org/officeDocument/2006/relationships/notesSlide" Target="/ppt/notesSlides/notesSlide9.xml" Id="R159c912bceb84c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d808fd4d554ac0" /><Relationship Type="http://schemas.openxmlformats.org/officeDocument/2006/relationships/notesSlide" Target="/ppt/notesSlides/notesSlide10.xml" Id="Rfb2cad61f65a463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f03c681b6e491d" /><Relationship Type="http://schemas.openxmlformats.org/officeDocument/2006/relationships/notesSlide" Target="/ppt/notesSlides/notesSlide11.xml" Id="R9785699a296446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3a7d5ed7d54466" /><Relationship Type="http://schemas.openxmlformats.org/officeDocument/2006/relationships/notesSlide" Target="/ppt/notesSlides/notesSlide12.xml" Id="Reb0bb0b3e1a74f53" /></Relationships>
</file>

<file path=ppt/slides/slide1.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434CB8-9A0F-4D4D-85B2-45877F269990}"/>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0FF626-8C0F-43A9-9864-7CAE1CF306CD}"/>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83ECF8-348B-4405-816F-4C09AA04C040}"/>
              </a:ext>
            </a:extLst>
          </p:cNvPr>
          <p:cNvSpPr>
            <a:spLocks xmlns:a="http://schemas.openxmlformats.org/drawingml/2006/main" noGrp="1"/>
          </p:cNvSpPr>
          <p:nvPr/>
        </p:nvSpPr>
        <p:spPr>
          <a:xfrm xmlns:a="http://schemas.openxmlformats.org/drawingml/2006/main">
            <a:off x="685800" y="1409700"/>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239"/>
          </a:bodyPr>
          <a:lstStyle xmlns:a="http://schemas.openxmlformats.org/drawingml/2006/main"/>
          <a:p xmlns:a="http://schemas.openxmlformats.org/drawingml/2006/main">
            <a:pPr algn="l">
              <a:defRPr sz="5850" b="1">
                <a:solidFill>
                  <a:srgbClr val="F1ECDD"/>
                </a:solidFill>
                <a:latin typeface="Bitstream Charter"/>
                <a:ea typeface="Bitstream Charter"/>
                <a:cs typeface="Bitstream Charter"/>
              </a:defRPr>
            </a:pPr>
            <a:r>
              <a:rPr sz="5850" b="1">
                <a:solidFill>
                  <a:srgbClr val="F1ECDD"/>
                </a:solidFill>
                <a:latin typeface="Bitstream Charter"/>
                <a:ea typeface="Bitstream Charter"/>
                <a:cs typeface="Bitstream Charter"/>
              </a:rPr>
              <a:t>PAGE</a:t>
            </a:r>
          </a:p>
        </p:txBody>
      </p:sp>
      <p:sp>
        <p:nvSpPr>
          <p:cNvPr id="4" name="">
            <a:extLst xmlns:a="http://schemas.openxmlformats.org/drawingml/2006/main">
              <a:ext uri="{FF2B5EF4-FFF2-40B4-BE49-F238E27FC236}">
                <a16:creationId xmlns:a16="http://schemas.microsoft.com/office/drawing/2014/main" id="{F6CB7BDC-37F6-4116-AC36-49CA09136191}"/>
              </a:ext>
            </a:extLst>
          </p:cNvPr>
          <p:cNvSpPr>
            <a:spLocks xmlns:a="http://schemas.openxmlformats.org/drawingml/2006/main" noGrp="1"/>
          </p:cNvSpPr>
          <p:nvPr/>
        </p:nvSpPr>
        <p:spPr>
          <a:xfrm xmlns:a="http://schemas.openxmlformats.org/drawingml/2006/main">
            <a:off x="685800" y="2190750"/>
            <a:ext cx="5619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28"/>
          </a:bodyPr>
          <a:lstStyle xmlns:a="http://schemas.openxmlformats.org/drawingml/2006/main"/>
          <a:p xmlns:a="http://schemas.openxmlformats.org/drawingml/2006/main">
            <a:pPr algn="l">
              <a:defRPr sz="8850" b="1">
                <a:solidFill>
                  <a:srgbClr val="C9393F"/>
                </a:solidFill>
                <a:latin typeface="Bitstream Charter"/>
                <a:ea typeface="Bitstream Charter"/>
                <a:cs typeface="Bitstream Charter"/>
              </a:defRPr>
            </a:pPr>
            <a:r>
              <a:rPr sz="8850" b="1">
                <a:solidFill>
                  <a:srgbClr val="C9393F"/>
                </a:solidFill>
                <a:latin typeface="Bitstream Charter"/>
                <a:ea typeface="Bitstream Charter"/>
                <a:cs typeface="Bitstream Charter"/>
              </a:rPr>
              <a:t>41</a:t>
            </a:r>
          </a:p>
        </p:txBody>
      </p:sp>
      <p:sp>
        <p:nvSpPr>
          <p:cNvPr id="5" name="">
            <a:extLst xmlns:a="http://schemas.openxmlformats.org/drawingml/2006/main">
              <a:ext uri="{FF2B5EF4-FFF2-40B4-BE49-F238E27FC236}">
                <a16:creationId xmlns:a16="http://schemas.microsoft.com/office/drawing/2014/main" id="{13B99F85-1D07-4139-8921-902321FE96DE}"/>
              </a:ext>
            </a:extLst>
          </p:cNvPr>
          <p:cNvSpPr>
            <a:spLocks xmlns:a="http://schemas.openxmlformats.org/drawingml/2006/main" noGrp="1"/>
          </p:cNvSpPr>
          <p:nvPr/>
        </p:nvSpPr>
        <p:spPr>
          <a:xfrm xmlns:a="http://schemas.openxmlformats.org/drawingml/2006/main">
            <a:off x="714375" y="3619500"/>
            <a:ext cx="2381250" cy="47625"/>
          </a:xfrm>
          <a:prstGeom xmlns:a="http://schemas.openxmlformats.org/drawingml/2006/main" prst="rect">
            <a:avLst/>
          </a:prstGeom>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1F4B956-D83B-4123-8602-7803B5AEF694}"/>
              </a:ext>
            </a:extLst>
          </p:cNvPr>
          <p:cNvSpPr>
            <a:spLocks xmlns:a="http://schemas.openxmlformats.org/drawingml/2006/main" noGrp="1"/>
          </p:cNvSpPr>
          <p:nvPr/>
        </p:nvSpPr>
        <p:spPr>
          <a:xfrm xmlns:a="http://schemas.openxmlformats.org/drawingml/2006/main">
            <a:off x="714375" y="3829050"/>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9CA7AE"/>
                </a:solidFill>
                <a:latin typeface="Bitstream Charter"/>
                <a:ea typeface="Bitstream Charter"/>
                <a:cs typeface="Bitstream Charter"/>
              </a:defRPr>
            </a:pPr>
            <a:r>
              <a:rPr sz="1425" b="1">
                <a:solidFill>
                  <a:srgbClr val="9CA7AE"/>
                </a:solidFill>
                <a:latin typeface="Bitstream Charter"/>
                <a:ea typeface="Bitstream Charter"/>
                <a:cs typeface="Bitstream Charter"/>
              </a:rPr>
              <a:t>PREMIUM ESPIONAGE THRILLER SERIES</a:t>
            </a:r>
          </a:p>
        </p:txBody>
      </p:sp>
      <p:sp>
        <p:nvSpPr>
          <p:cNvPr id="7" name="">
            <a:extLst xmlns:a="http://schemas.openxmlformats.org/drawingml/2006/main">
              <a:ext uri="{FF2B5EF4-FFF2-40B4-BE49-F238E27FC236}">
                <a16:creationId xmlns:a16="http://schemas.microsoft.com/office/drawing/2014/main" id="{62D0077A-5392-4F54-9F2E-D3919FAF9651}"/>
              </a:ext>
            </a:extLst>
          </p:cNvPr>
          <p:cNvSpPr>
            <a:spLocks xmlns:a="http://schemas.openxmlformats.org/drawingml/2006/main" noGrp="1"/>
          </p:cNvSpPr>
          <p:nvPr/>
        </p:nvSpPr>
        <p:spPr>
          <a:xfrm xmlns:a="http://schemas.openxmlformats.org/drawingml/2006/main">
            <a:off x="714375" y="44767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F1ECDD"/>
                </a:solidFill>
                <a:latin typeface="Bitstream Charter"/>
                <a:ea typeface="Bitstream Charter"/>
                <a:cs typeface="Bitstream Charter"/>
              </a:defRPr>
            </a:pPr>
            <a:r>
              <a:rPr sz="2100" b="0">
                <a:solidFill>
                  <a:srgbClr val="F1ECDD"/>
                </a:solidFill>
                <a:latin typeface="Bitstream Charter"/>
                <a:ea typeface="Bitstream Charter"/>
                <a:cs typeface="Bitstream Charter"/>
              </a:rPr>
              <a:t>They erased the man she loved.</a:t>
            </a:r>
          </a:p>
          <a:p xmlns:a="http://schemas.openxmlformats.org/drawingml/2006/main">
            <a:pPr algn="l">
              <a:defRPr sz="2100" b="0">
                <a:solidFill>
                  <a:srgbClr val="F1ECDD"/>
                </a:solidFill>
                <a:latin typeface="Bitstream Charter"/>
                <a:ea typeface="Bitstream Charter"/>
                <a:cs typeface="Bitstream Charter"/>
              </a:defRPr>
            </a:pPr>
            <a:r>
              <a:rPr sz="2100" b="0">
                <a:solidFill>
                  <a:srgbClr val="F1ECDD"/>
                </a:solidFill>
                <a:latin typeface="Bitstream Charter"/>
                <a:ea typeface="Bitstream Charter"/>
                <a:cs typeface="Bitstream Charter"/>
              </a:rPr>
              <a:t>Her body kept the promise.</a:t>
            </a:r>
          </a:p>
        </p:txBody>
      </p:sp>
      <p:sp>
        <p:nvSpPr>
          <p:cNvPr id="8" name="">
            <a:extLst xmlns:a="http://schemas.openxmlformats.org/drawingml/2006/main">
              <a:ext uri="{FF2B5EF4-FFF2-40B4-BE49-F238E27FC236}">
                <a16:creationId xmlns:a16="http://schemas.microsoft.com/office/drawing/2014/main" id="{A64CBC10-B50F-4F15-BD26-2C78296B42A8}"/>
              </a:ext>
            </a:extLst>
          </p:cNvPr>
          <p:cNvSpPr>
            <a:spLocks xmlns:a="http://schemas.openxmlformats.org/drawingml/2006/main" noGrp="1"/>
          </p:cNvSpPr>
          <p:nvPr/>
        </p:nvSpPr>
        <p:spPr>
          <a:xfrm xmlns:a="http://schemas.openxmlformats.org/drawingml/2006/main">
            <a:off x="8334375" y="1524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lgn="ctr">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3  3  3     2  2</a:t>
            </a:r>
          </a:p>
        </p:txBody>
      </p:sp>
      <p:sp>
        <p:nvSpPr>
          <p:cNvPr id="9" name="">
            <a:extLst xmlns:a="http://schemas.openxmlformats.org/drawingml/2006/main">
              <a:ext uri="{FF2B5EF4-FFF2-40B4-BE49-F238E27FC236}">
                <a16:creationId xmlns:a16="http://schemas.microsoft.com/office/drawing/2014/main" id="{819B4D13-388F-4CDD-9194-7EF587D33013}"/>
              </a:ext>
            </a:extLst>
          </p:cNvPr>
          <p:cNvSpPr>
            <a:spLocks xmlns:a="http://schemas.openxmlformats.org/drawingml/2006/main" noGrp="1"/>
          </p:cNvSpPr>
          <p:nvPr/>
        </p:nvSpPr>
        <p:spPr>
          <a:xfrm xmlns:a="http://schemas.openxmlformats.org/drawingml/2006/main">
            <a:off x="7905750" y="2428875"/>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8232C"/>
                </a:solidFill>
                <a:latin typeface="Bitstream Charter"/>
                <a:ea typeface="Bitstream Charter"/>
                <a:cs typeface="Bitstream Charter"/>
              </a:defRPr>
            </a:pPr>
            <a:r>
              <a:rPr sz="2100" b="1">
                <a:solidFill>
                  <a:srgbClr val="18232C"/>
                </a:solidFill>
                <a:latin typeface="Bitstream Charter"/>
                <a:ea typeface="Bitstream Charter"/>
                <a:cs typeface="Bitstream Charter"/>
              </a:rPr>
              <a:t>A classified page.</a:t>
            </a:r>
          </a:p>
          <a:p xmlns:a="http://schemas.openxmlformats.org/drawingml/2006/main">
            <a:pPr algn="ctr">
              <a:defRPr sz="2100" b="1">
                <a:solidFill>
                  <a:srgbClr val="18232C"/>
                </a:solidFill>
                <a:latin typeface="Bitstream Charter"/>
                <a:ea typeface="Bitstream Charter"/>
                <a:cs typeface="Bitstream Charter"/>
              </a:defRPr>
            </a:pPr>
            <a:r>
              <a:rPr sz="2100" b="1">
                <a:solidFill>
                  <a:srgbClr val="18232C"/>
                </a:solidFill>
                <a:latin typeface="Bitstream Charter"/>
                <a:ea typeface="Bitstream Charter"/>
                <a:cs typeface="Bitstream Charter"/>
              </a:rPr>
              <a:t>A buried memory.</a:t>
            </a:r>
          </a:p>
          <a:p xmlns:a="http://schemas.openxmlformats.org/drawingml/2006/main">
            <a:pPr algn="ctr">
              <a:defRPr sz="2100" b="1">
                <a:solidFill>
                  <a:srgbClr val="18232C"/>
                </a:solidFill>
                <a:latin typeface="Bitstream Charter"/>
                <a:ea typeface="Bitstream Charter"/>
                <a:cs typeface="Bitstream Charter"/>
              </a:defRPr>
            </a:pPr>
            <a:r>
              <a:rPr sz="2100" b="1">
                <a:solidFill>
                  <a:srgbClr val="18232C"/>
                </a:solidFill>
                <a:latin typeface="Bitstream Charter"/>
                <a:ea typeface="Bitstream Charter"/>
                <a:cs typeface="Bitstream Charter"/>
              </a:rPr>
              <a:t>A woman trained to distrust herself.</a:t>
            </a:r>
          </a:p>
        </p:txBody>
      </p:sp>
      <p:sp>
        <p:nvSpPr>
          <p:cNvPr id="10" name="">
            <a:extLst xmlns:a="http://schemas.openxmlformats.org/drawingml/2006/main">
              <a:ext uri="{FF2B5EF4-FFF2-40B4-BE49-F238E27FC236}">
                <a16:creationId xmlns:a16="http://schemas.microsoft.com/office/drawing/2014/main" id="{F3EE38A8-5A26-465B-A466-3EA9D23136E1}"/>
              </a:ext>
            </a:extLst>
          </p:cNvPr>
          <p:cNvSpPr>
            <a:spLocks xmlns:a="http://schemas.openxmlformats.org/drawingml/2006/main" noGrp="1"/>
          </p:cNvSpPr>
          <p:nvPr/>
        </p:nvSpPr>
        <p:spPr>
          <a:xfrm xmlns:a="http://schemas.openxmlformats.org/drawingml/2006/main">
            <a:off x="7953375" y="58102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18232C"/>
                </a:solidFill>
                <a:latin typeface="Bitstream Charter"/>
                <a:ea typeface="Bitstream Charter"/>
                <a:cs typeface="Bitstream Charter"/>
              </a:defRPr>
            </a:pPr>
            <a:r>
              <a:rPr sz="1050" b="1">
                <a:solidFill>
                  <a:srgbClr val="18232C"/>
                </a:solidFill>
                <a:latin typeface="Bitstream Charter"/>
                <a:ea typeface="Bitstream Charter"/>
                <a:cs typeface="Bitstream Charter"/>
              </a:rPr>
              <a:t>NCCA ENTERTAINMENT</a:t>
            </a:r>
          </a:p>
        </p:txBody>
      </p:sp>
    </p:spTree>
    <p:extLst>
      <p:ext uri="{BB962C8B-B14F-4D97-AF65-F5344CB8AC3E}">
        <p14:creationId xmlns:p14="http://schemas.microsoft.com/office/powerpoint/2010/main" val="115625596"/>
      </p:ext>
    </p:extLst>
  </p:cSld>
</p:sld>
</file>

<file path=ppt/slides/slide2.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5C006E-6EC0-42F1-9825-13728E5C84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192CDF-ACFA-4924-B883-58ECDCBCB369}"/>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249CD1DA-B2FE-4777-BB7E-F85D1AB8F75B}"/>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Logline</a:t>
            </a:r>
          </a:p>
        </p:txBody>
      </p:sp>
      <p:sp>
        <p:nvSpPr>
          <p:cNvPr id="4" name="">
            <a:extLst xmlns:a="http://schemas.openxmlformats.org/drawingml/2006/main">
              <a:ext uri="{FF2B5EF4-FFF2-40B4-BE49-F238E27FC236}">
                <a16:creationId xmlns:a16="http://schemas.microsoft.com/office/drawing/2014/main" id="{121E49CA-63A3-4008-8FD4-55830C855C0C}"/>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Love becomes evidence in a war over reality</a:t>
            </a:r>
          </a:p>
        </p:txBody>
      </p:sp>
      <p:sp>
        <p:nvSpPr>
          <p:cNvPr id="5" name="">
            <a:extLst xmlns:a="http://schemas.openxmlformats.org/drawingml/2006/main">
              <a:ext uri="{FF2B5EF4-FFF2-40B4-BE49-F238E27FC236}">
                <a16:creationId xmlns:a16="http://schemas.microsoft.com/office/drawing/2014/main" id="{1245F039-317C-4389-B64F-69E49B18385F}"/>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561B1ACF-0FC8-4F93-96F6-942286E9BE70}"/>
              </a:ext>
            </a:extLst>
          </p:cNvPr>
          <p:cNvSpPr>
            <a:spLocks xmlns:a="http://schemas.openxmlformats.org/drawingml/2006/main" noGrp="1"/>
          </p:cNvSpPr>
          <p:nvPr/>
        </p:nvSpPr>
        <p:spPr>
          <a:xfrm xmlns:a="http://schemas.openxmlformats.org/drawingml/2006/main">
            <a:off x="762000" y="1952625"/>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325" b="1">
                <a:solidFill>
                  <a:srgbClr val="F1ECDD"/>
                </a:solidFill>
                <a:latin typeface="Bitstream Charter"/>
                <a:ea typeface="Bitstream Charter"/>
                <a:cs typeface="Bitstream Charter"/>
              </a:defRPr>
            </a:pPr>
            <a:r>
              <a:rPr sz="2325" b="1">
                <a:solidFill>
                  <a:srgbClr val="F1ECDD"/>
                </a:solidFill>
                <a:latin typeface="Bitstream Charter"/>
                <a:ea typeface="Bitstream Charter"/>
                <a:cs typeface="Bitstream Charter"/>
              </a:rPr>
              <a:t>After a brilliant security architect survives a staged ambush that kills the man she loves, her trusted mentor uses trauma, medicine, and institutional power to rewrite her memory and turn her into the public face of his covert empire.</a:t>
            </a:r>
          </a:p>
        </p:txBody>
      </p:sp>
      <p:sp>
        <p:nvSpPr>
          <p:cNvPr id="7" name="">
            <a:extLst xmlns:a="http://schemas.openxmlformats.org/drawingml/2006/main">
              <a:ext uri="{FF2B5EF4-FFF2-40B4-BE49-F238E27FC236}">
                <a16:creationId xmlns:a16="http://schemas.microsoft.com/office/drawing/2014/main" id="{E9E08D4B-0B32-4C70-B90F-B7177C68A02F}"/>
              </a:ext>
            </a:extLst>
          </p:cNvPr>
          <p:cNvSpPr>
            <a:spLocks xmlns:a="http://schemas.openxmlformats.org/drawingml/2006/main" noGrp="1"/>
          </p:cNvSpPr>
          <p:nvPr/>
        </p:nvSpPr>
        <p:spPr>
          <a:xfrm xmlns:a="http://schemas.openxmlformats.org/drawingml/2006/main">
            <a:off x="3238500" y="4095750"/>
            <a:ext cx="5715000" cy="38100"/>
          </a:xfrm>
          <a:prstGeom xmlns:a="http://schemas.openxmlformats.org/drawingml/2006/main" prst="rect">
            <a:avLst/>
          </a:prstGeom>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A3C119B-94DE-4DFE-8992-F5DEC68BEC9C}"/>
              </a:ext>
            </a:extLst>
          </p:cNvPr>
          <p:cNvSpPr>
            <a:spLocks xmlns:a="http://schemas.openxmlformats.org/drawingml/2006/main" noGrp="1"/>
          </p:cNvSpPr>
          <p:nvPr/>
        </p:nvSpPr>
        <p:spPr>
          <a:xfrm xmlns:a="http://schemas.openxmlformats.org/drawingml/2006/main">
            <a:off x="2000250" y="4429125"/>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9CA7AE"/>
                </a:solidFill>
                <a:latin typeface="Bitstream Charter"/>
                <a:ea typeface="Bitstream Charter"/>
                <a:cs typeface="Bitstream Charter"/>
              </a:defRPr>
            </a:pPr>
            <a:r>
              <a:rPr sz="1800" b="0">
                <a:solidFill>
                  <a:srgbClr val="9CA7AE"/>
                </a:solidFill>
                <a:latin typeface="Bitstream Charter"/>
                <a:ea typeface="Bitstream Charter"/>
                <a:cs typeface="Bitstream Charter"/>
              </a:rPr>
              <a:t>Six months later, one unexplained page and a rhythm her hands refuse to forget tell her the official story is a lie.</a:t>
            </a:r>
          </a:p>
        </p:txBody>
      </p:sp>
    </p:spTree>
    <p:extLst>
      <p:ext uri="{BB962C8B-B14F-4D97-AF65-F5344CB8AC3E}">
        <p14:creationId xmlns:p14="http://schemas.microsoft.com/office/powerpoint/2010/main" val="1495650521"/>
      </p:ext>
    </p:extLst>
  </p:cSld>
</p:sld>
</file>

<file path=ppt/slides/slide3.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284005-C7B5-429C-A234-54B5BF755EF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3D890C-7ECA-494B-9937-1586903EAA1B}"/>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52E3FC38-6C78-42C9-A848-C2B1280E5254}"/>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The Hook</a:t>
            </a:r>
          </a:p>
        </p:txBody>
      </p:sp>
      <p:sp>
        <p:nvSpPr>
          <p:cNvPr id="4" name="">
            <a:extLst xmlns:a="http://schemas.openxmlformats.org/drawingml/2006/main">
              <a:ext uri="{FF2B5EF4-FFF2-40B4-BE49-F238E27FC236}">
                <a16:creationId xmlns:a16="http://schemas.microsoft.com/office/drawing/2014/main" id="{91E4F1CE-0F56-4406-AA5D-4E0E3C8BD9A4}"/>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A conspiracy thriller built inside one woman’s mind</a:t>
            </a:r>
          </a:p>
        </p:txBody>
      </p:sp>
      <p:sp>
        <p:nvSpPr>
          <p:cNvPr id="5" name="">
            <a:extLst xmlns:a="http://schemas.openxmlformats.org/drawingml/2006/main">
              <a:ext uri="{FF2B5EF4-FFF2-40B4-BE49-F238E27FC236}">
                <a16:creationId xmlns:a16="http://schemas.microsoft.com/office/drawing/2014/main" id="{034EA8CE-EC12-4338-9DC9-84A42C35FC3B}"/>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D3190BEC-F9EB-4425-B212-34169DE6ED95}"/>
              </a:ext>
            </a:extLst>
          </p:cNvPr>
          <p:cNvSpPr>
            <a:spLocks xmlns:a="http://schemas.openxmlformats.org/drawingml/2006/main" noGrp="1"/>
          </p:cNvSpPr>
          <p:nvPr/>
        </p:nvSpPr>
        <p:spPr>
          <a:xfrm xmlns:a="http://schemas.openxmlformats.org/drawingml/2006/main">
            <a:off x="714375" y="1714500"/>
            <a:ext cx="695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1ECDD"/>
                </a:solidFill>
                <a:latin typeface="Bitstream Charter"/>
                <a:ea typeface="Bitstream Charter"/>
                <a:cs typeface="Bitstream Charter"/>
              </a:defRPr>
            </a:pPr>
            <a:r>
              <a:rPr sz="2250" b="1">
                <a:solidFill>
                  <a:srgbClr val="F1ECDD"/>
                </a:solidFill>
                <a:latin typeface="Bitstream Charter"/>
                <a:ea typeface="Bitstream Charter"/>
                <a:cs typeface="Bitstream Charter"/>
              </a:rPr>
              <a:t>Kat designed a treaty to stop wars. Carl turns it into a legal covert-action machine, then edits its creator until she becomes its most credible defender.</a:t>
            </a:r>
          </a:p>
        </p:txBody>
      </p:sp>
      <p:sp>
        <p:nvSpPr>
          <p:cNvPr id="7" name="">
            <a:extLst xmlns:a="http://schemas.openxmlformats.org/drawingml/2006/main">
              <a:ext uri="{FF2B5EF4-FFF2-40B4-BE49-F238E27FC236}">
                <a16:creationId xmlns:a16="http://schemas.microsoft.com/office/drawing/2014/main" id="{D0A38672-F0B4-4ECB-B0CD-649538CBDB67}"/>
              </a:ext>
            </a:extLst>
          </p:cNvPr>
          <p:cNvSpPr>
            <a:spLocks xmlns:a="http://schemas.openxmlformats.org/drawingml/2006/main" noGrp="1"/>
          </p:cNvSpPr>
          <p:nvPr/>
        </p:nvSpPr>
        <p:spPr>
          <a:xfrm xmlns:a="http://schemas.openxmlformats.org/drawingml/2006/main">
            <a:off x="8172450" y="1619250"/>
            <a:ext cx="2857500" cy="3143250"/>
          </a:xfrm>
          <a:prstGeom xmlns:a="http://schemas.openxmlformats.org/drawingml/2006/main" prst="rect">
            <a:avLst/>
          </a:prstGeom>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EB9CB2-BF03-40C1-968D-7733E45EAC4B}"/>
              </a:ext>
            </a:extLst>
          </p:cNvPr>
          <p:cNvSpPr>
            <a:spLocks xmlns:a="http://schemas.openxmlformats.org/drawingml/2006/main" noGrp="1"/>
          </p:cNvSpPr>
          <p:nvPr/>
        </p:nvSpPr>
        <p:spPr>
          <a:xfrm xmlns:a="http://schemas.openxmlformats.org/drawingml/2006/main">
            <a:off x="8572500" y="1981200"/>
            <a:ext cx="205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8232C"/>
                </a:solidFill>
                <a:latin typeface="Bitstream Charter"/>
                <a:ea typeface="Bitstream Charter"/>
                <a:cs typeface="Bitstream Charter"/>
              </a:defRPr>
            </a:pPr>
            <a:r>
              <a:rPr sz="1800" b="1">
                <a:solidFill>
                  <a:srgbClr val="18232C"/>
                </a:solidFill>
                <a:latin typeface="Bitstream Charter"/>
                <a:ea typeface="Bitstream Charter"/>
                <a:cs typeface="Bitstream Charter"/>
              </a:rPr>
              <a:t>PAGE 41</a:t>
            </a:r>
          </a:p>
        </p:txBody>
      </p:sp>
      <p:sp>
        <p:nvSpPr>
          <p:cNvPr id="9" name="">
            <a:extLst xmlns:a="http://schemas.openxmlformats.org/drawingml/2006/main">
              <a:ext uri="{FF2B5EF4-FFF2-40B4-BE49-F238E27FC236}">
                <a16:creationId xmlns:a16="http://schemas.microsoft.com/office/drawing/2014/main" id="{6D0F5A29-CAF6-41EE-87AB-47978D8F5259}"/>
              </a:ext>
            </a:extLst>
          </p:cNvPr>
          <p:cNvSpPr>
            <a:spLocks xmlns:a="http://schemas.openxmlformats.org/drawingml/2006/main" noGrp="1"/>
          </p:cNvSpPr>
          <p:nvPr/>
        </p:nvSpPr>
        <p:spPr>
          <a:xfrm xmlns:a="http://schemas.openxmlformats.org/drawingml/2006/main">
            <a:off x="8705850" y="2724150"/>
            <a:ext cx="1762125" cy="28575"/>
          </a:xfrm>
          <a:prstGeom xmlns:a="http://schemas.openxmlformats.org/drawingml/2006/main" prst="rect">
            <a:avLst/>
          </a:prstGeom>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CDF211D-9EEB-4725-AD26-B3B25B8F0B42}"/>
              </a:ext>
            </a:extLst>
          </p:cNvPr>
          <p:cNvSpPr>
            <a:spLocks xmlns:a="http://schemas.openxmlformats.org/drawingml/2006/main" noGrp="1"/>
          </p:cNvSpPr>
          <p:nvPr/>
        </p:nvSpPr>
        <p:spPr>
          <a:xfrm xmlns:a="http://schemas.openxmlformats.org/drawingml/2006/main">
            <a:off x="8763000" y="2952750"/>
            <a:ext cx="1666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933"/>
          </a:bodyPr>
          <a:lstStyle xmlns:a="http://schemas.openxmlformats.org/drawingml/2006/main"/>
          <a:p xmlns:a="http://schemas.openxmlformats.org/drawingml/2006/main">
            <a:pPr algn="ctr">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3 marks</a:t>
            </a:r>
          </a:p>
          <a:p xmlns:a="http://schemas.openxmlformats.org/drawingml/2006/main">
            <a:r>
              <a:t/>
            </a:r>
          </a:p>
          <a:p xmlns:a="http://schemas.openxmlformats.org/drawingml/2006/main">
            <a:pPr algn="ctr">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pause</a:t>
            </a:r>
          </a:p>
          <a:p xmlns:a="http://schemas.openxmlformats.org/drawingml/2006/main">
            <a:r>
              <a:t/>
            </a:r>
          </a:p>
          <a:p xmlns:a="http://schemas.openxmlformats.org/drawingml/2006/main">
            <a:pPr algn="ctr">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2 marks</a:t>
            </a:r>
          </a:p>
        </p:txBody>
      </p:sp>
      <p:sp>
        <p:nvSpPr>
          <p:cNvPr id="11" name="">
            <a:extLst xmlns:a="http://schemas.openxmlformats.org/drawingml/2006/main">
              <a:ext uri="{FF2B5EF4-FFF2-40B4-BE49-F238E27FC236}">
                <a16:creationId xmlns:a16="http://schemas.microsoft.com/office/drawing/2014/main" id="{622824F1-A17B-48B9-A7E6-ECF93E7D7D14}"/>
              </a:ext>
            </a:extLst>
          </p:cNvPr>
          <p:cNvSpPr>
            <a:spLocks xmlns:a="http://schemas.openxmlformats.org/drawingml/2006/main" noGrp="1"/>
          </p:cNvSpPr>
          <p:nvPr/>
        </p:nvSpPr>
        <p:spPr>
          <a:xfrm xmlns:a="http://schemas.openxmlformats.org/drawingml/2006/main">
            <a:off x="714375" y="3810000"/>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9CA7AE"/>
                </a:solidFill>
                <a:latin typeface="Bitstream Charter"/>
                <a:ea typeface="Bitstream Charter"/>
                <a:cs typeface="Bitstream Charter"/>
              </a:defRPr>
            </a:pPr>
            <a:r>
              <a:rPr sz="1650" b="0">
                <a:solidFill>
                  <a:srgbClr val="9CA7AE"/>
                </a:solidFill>
                <a:latin typeface="Bitstream Charter"/>
                <a:ea typeface="Bitstream Charter"/>
                <a:cs typeface="Bitstream Charter"/>
              </a:rPr>
              <a:t>The series engine: each recovered memory threatens Carl’s architecture and exposes another person who helped erase her.</a:t>
            </a:r>
          </a:p>
        </p:txBody>
      </p:sp>
      <p:sp>
        <p:nvSpPr>
          <p:cNvPr id="12" name="">
            <a:extLst xmlns:a="http://schemas.openxmlformats.org/drawingml/2006/main">
              <a:ext uri="{FF2B5EF4-FFF2-40B4-BE49-F238E27FC236}">
                <a16:creationId xmlns:a16="http://schemas.microsoft.com/office/drawing/2014/main" id="{BAA6EF8D-BD23-4063-92A6-646ABE321949}"/>
              </a:ext>
            </a:extLst>
          </p:cNvPr>
          <p:cNvSpPr>
            <a:spLocks xmlns:a="http://schemas.openxmlformats.org/drawingml/2006/main" noGrp="1"/>
          </p:cNvSpPr>
          <p:nvPr/>
        </p:nvSpPr>
        <p:spPr>
          <a:xfrm xmlns:a="http://schemas.openxmlformats.org/drawingml/2006/main">
            <a:off x="714375" y="52863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C9393F"/>
                </a:solidFill>
                <a:latin typeface="Bitstream Charter"/>
                <a:ea typeface="Bitstream Charter"/>
                <a:cs typeface="Bitstream Charter"/>
              </a:defRPr>
            </a:pPr>
            <a:r>
              <a:rPr sz="2400" b="1">
                <a:solidFill>
                  <a:srgbClr val="C9393F"/>
                </a:solidFill>
                <a:latin typeface="Bitstream Charter"/>
                <a:ea typeface="Bitstream Charter"/>
                <a:cs typeface="Bitstream Charter"/>
              </a:rPr>
              <a:t>Her mind doubts. Her body remembers.</a:t>
            </a:r>
          </a:p>
        </p:txBody>
      </p:sp>
    </p:spTree>
    <p:extLst>
      <p:ext uri="{BB962C8B-B14F-4D97-AF65-F5344CB8AC3E}">
        <p14:creationId xmlns:p14="http://schemas.microsoft.com/office/powerpoint/2010/main" val="619591414"/>
      </p:ext>
    </p:extLst>
  </p:cSld>
</p:sld>
</file>

<file path=ppt/slides/slide4.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902D51A-141B-489E-A8C6-970A784192C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BCE73A-BB35-4AD5-9B47-9DE5DE28756B}"/>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04</a:t>
            </a:r>
          </a:p>
        </p:txBody>
      </p:sp>
      <p:sp>
        <p:nvSpPr>
          <p:cNvPr id="3" name="">
            <a:extLst xmlns:a="http://schemas.openxmlformats.org/drawingml/2006/main">
              <a:ext uri="{FF2B5EF4-FFF2-40B4-BE49-F238E27FC236}">
                <a16:creationId xmlns:a16="http://schemas.microsoft.com/office/drawing/2014/main" id="{71BABA1B-EF4F-40F9-9CDD-E5F020FA100E}"/>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Tone &amp; Comparables</a:t>
            </a:r>
          </a:p>
        </p:txBody>
      </p:sp>
      <p:sp>
        <p:nvSpPr>
          <p:cNvPr id="4" name="">
            <a:extLst xmlns:a="http://schemas.openxmlformats.org/drawingml/2006/main">
              <a:ext uri="{FF2B5EF4-FFF2-40B4-BE49-F238E27FC236}">
                <a16:creationId xmlns:a16="http://schemas.microsoft.com/office/drawing/2014/main" id="{1A8E52A0-0C5E-4319-AEB3-E8BFBA00194B}"/>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Elegant statecraft, intimate paranoia, and emotional suspense</a:t>
            </a:r>
          </a:p>
        </p:txBody>
      </p:sp>
      <p:sp>
        <p:nvSpPr>
          <p:cNvPr id="5" name="">
            <a:extLst xmlns:a="http://schemas.openxmlformats.org/drawingml/2006/main">
              <a:ext uri="{FF2B5EF4-FFF2-40B4-BE49-F238E27FC236}">
                <a16:creationId xmlns:a16="http://schemas.microsoft.com/office/drawing/2014/main" id="{F7BB2E51-6B59-45C1-8E86-79A310B06C5A}"/>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620EB5CD-0154-4D0C-A903-E9886F74D9C6}"/>
              </a:ext>
            </a:extLst>
          </p:cNvPr>
          <p:cNvSpPr>
            <a:spLocks xmlns:a="http://schemas.openxmlformats.org/drawingml/2006/main" noGrp="1"/>
          </p:cNvSpPr>
          <p:nvPr/>
        </p:nvSpPr>
        <p:spPr>
          <a:xfrm xmlns:a="http://schemas.openxmlformats.org/drawingml/2006/main">
            <a:off x="714375" y="16192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HOMELAND</a:t>
            </a:r>
          </a:p>
        </p:txBody>
      </p:sp>
      <p:sp>
        <p:nvSpPr>
          <p:cNvPr id="7" name="">
            <a:extLst xmlns:a="http://schemas.openxmlformats.org/drawingml/2006/main">
              <a:ext uri="{FF2B5EF4-FFF2-40B4-BE49-F238E27FC236}">
                <a16:creationId xmlns:a16="http://schemas.microsoft.com/office/drawing/2014/main" id="{4B27B3C3-77E8-48DA-AE72-5DFF029948A5}"/>
              </a:ext>
            </a:extLst>
          </p:cNvPr>
          <p:cNvSpPr>
            <a:spLocks xmlns:a="http://schemas.openxmlformats.org/drawingml/2006/main" noGrp="1"/>
          </p:cNvSpPr>
          <p:nvPr/>
        </p:nvSpPr>
        <p:spPr>
          <a:xfrm xmlns:a="http://schemas.openxmlformats.org/drawingml/2006/main">
            <a:off x="4000500" y="16192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9CA7AE"/>
                </a:solidFill>
                <a:latin typeface="Bitstream Charter"/>
                <a:ea typeface="Bitstream Charter"/>
                <a:cs typeface="Bitstream Charter"/>
              </a:defRPr>
            </a:pPr>
            <a:r>
              <a:rPr sz="1425" b="0">
                <a:solidFill>
                  <a:srgbClr val="9CA7AE"/>
                </a:solidFill>
                <a:latin typeface="Bitstream Charter"/>
                <a:ea typeface="Bitstream Charter"/>
                <a:cs typeface="Bitstream Charter"/>
              </a:rPr>
              <a:t>Moral compromise and institutional paranoia</a:t>
            </a:r>
          </a:p>
        </p:txBody>
      </p:sp>
      <p:sp>
        <p:nvSpPr>
          <p:cNvPr id="8" name="">
            <a:extLst xmlns:a="http://schemas.openxmlformats.org/drawingml/2006/main">
              <a:ext uri="{FF2B5EF4-FFF2-40B4-BE49-F238E27FC236}">
                <a16:creationId xmlns:a16="http://schemas.microsoft.com/office/drawing/2014/main" id="{F2702DEC-F57C-46C1-9D47-B246FF12CF1F}"/>
              </a:ext>
            </a:extLst>
          </p:cNvPr>
          <p:cNvSpPr>
            <a:spLocks xmlns:a="http://schemas.openxmlformats.org/drawingml/2006/main" noGrp="1"/>
          </p:cNvSpPr>
          <p:nvPr/>
        </p:nvSpPr>
        <p:spPr>
          <a:xfrm xmlns:a="http://schemas.openxmlformats.org/drawingml/2006/main">
            <a:off x="714375" y="2171700"/>
            <a:ext cx="10287000" cy="19050"/>
          </a:xfrm>
          <a:prstGeom xmlns:a="http://schemas.openxmlformats.org/drawingml/2006/main" prst="rect">
            <a:avLst/>
          </a:prstGeom>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AC7BFD-C1FA-4285-A5B1-81A2D98EAFAE}"/>
              </a:ext>
            </a:extLst>
          </p:cNvPr>
          <p:cNvSpPr>
            <a:spLocks xmlns:a="http://schemas.openxmlformats.org/drawingml/2006/main" noGrp="1"/>
          </p:cNvSpPr>
          <p:nvPr/>
        </p:nvSpPr>
        <p:spPr>
          <a:xfrm xmlns:a="http://schemas.openxmlformats.org/drawingml/2006/main">
            <a:off x="714375" y="24574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1ECDD"/>
                </a:solidFill>
                <a:latin typeface="Bitstream Charter"/>
                <a:ea typeface="Bitstream Charter"/>
                <a:cs typeface="Bitstream Charter"/>
              </a:defRPr>
            </a:pPr>
            <a:r>
              <a:rPr sz="1800" b="1">
                <a:solidFill>
                  <a:srgbClr val="F1ECDD"/>
                </a:solidFill>
                <a:latin typeface="Bitstream Charter"/>
                <a:ea typeface="Bitstream Charter"/>
                <a:cs typeface="Bitstream Charter"/>
              </a:rPr>
              <a:t>SEVERANCE</a:t>
            </a:r>
          </a:p>
        </p:txBody>
      </p:sp>
      <p:sp>
        <p:nvSpPr>
          <p:cNvPr id="10" name="">
            <a:extLst xmlns:a="http://schemas.openxmlformats.org/drawingml/2006/main">
              <a:ext uri="{FF2B5EF4-FFF2-40B4-BE49-F238E27FC236}">
                <a16:creationId xmlns:a16="http://schemas.microsoft.com/office/drawing/2014/main" id="{512EE12C-7304-4E11-9385-2469CC33F524}"/>
              </a:ext>
            </a:extLst>
          </p:cNvPr>
          <p:cNvSpPr>
            <a:spLocks xmlns:a="http://schemas.openxmlformats.org/drawingml/2006/main" noGrp="1"/>
          </p:cNvSpPr>
          <p:nvPr/>
        </p:nvSpPr>
        <p:spPr>
          <a:xfrm xmlns:a="http://schemas.openxmlformats.org/drawingml/2006/main">
            <a:off x="4000500" y="24574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9CA7AE"/>
                </a:solidFill>
                <a:latin typeface="Bitstream Charter"/>
                <a:ea typeface="Bitstream Charter"/>
                <a:cs typeface="Bitstream Charter"/>
              </a:defRPr>
            </a:pPr>
            <a:r>
              <a:rPr sz="1425" b="0">
                <a:solidFill>
                  <a:srgbClr val="9CA7AE"/>
                </a:solidFill>
                <a:latin typeface="Bitstream Charter"/>
                <a:ea typeface="Bitstream Charter"/>
                <a:cs typeface="Bitstream Charter"/>
              </a:rPr>
              <a:t>Identity fractured by an engineered system</a:t>
            </a:r>
          </a:p>
        </p:txBody>
      </p:sp>
      <p:sp>
        <p:nvSpPr>
          <p:cNvPr id="11" name="">
            <a:extLst xmlns:a="http://schemas.openxmlformats.org/drawingml/2006/main">
              <a:ext uri="{FF2B5EF4-FFF2-40B4-BE49-F238E27FC236}">
                <a16:creationId xmlns:a16="http://schemas.microsoft.com/office/drawing/2014/main" id="{4C785E45-DD36-44C9-8B59-0591657AED77}"/>
              </a:ext>
            </a:extLst>
          </p:cNvPr>
          <p:cNvSpPr>
            <a:spLocks xmlns:a="http://schemas.openxmlformats.org/drawingml/2006/main" noGrp="1"/>
          </p:cNvSpPr>
          <p:nvPr/>
        </p:nvSpPr>
        <p:spPr>
          <a:xfrm xmlns:a="http://schemas.openxmlformats.org/drawingml/2006/main">
            <a:off x="714375" y="3009900"/>
            <a:ext cx="10287000" cy="19050"/>
          </a:xfrm>
          <a:prstGeom xmlns:a="http://schemas.openxmlformats.org/drawingml/2006/main" prst="rect">
            <a:avLst/>
          </a:prstGeom>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4C1800-28D4-45E1-A3B0-B374E0EC15C1}"/>
              </a:ext>
            </a:extLst>
          </p:cNvPr>
          <p:cNvSpPr>
            <a:spLocks xmlns:a="http://schemas.openxmlformats.org/drawingml/2006/main" noGrp="1"/>
          </p:cNvSpPr>
          <p:nvPr/>
        </p:nvSpPr>
        <p:spPr>
          <a:xfrm xmlns:a="http://schemas.openxmlformats.org/drawingml/2006/main">
            <a:off x="714375" y="32956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1ECDD"/>
                </a:solidFill>
                <a:latin typeface="Bitstream Charter"/>
                <a:ea typeface="Bitstream Charter"/>
                <a:cs typeface="Bitstream Charter"/>
              </a:defRPr>
            </a:pPr>
            <a:r>
              <a:rPr sz="1800" b="1">
                <a:solidFill>
                  <a:srgbClr val="F1ECDD"/>
                </a:solidFill>
                <a:latin typeface="Bitstream Charter"/>
                <a:ea typeface="Bitstream Charter"/>
                <a:cs typeface="Bitstream Charter"/>
              </a:rPr>
              <a:t>THE NIGHT MANAGER</a:t>
            </a:r>
          </a:p>
        </p:txBody>
      </p:sp>
      <p:sp>
        <p:nvSpPr>
          <p:cNvPr id="13" name="">
            <a:extLst xmlns:a="http://schemas.openxmlformats.org/drawingml/2006/main">
              <a:ext uri="{FF2B5EF4-FFF2-40B4-BE49-F238E27FC236}">
                <a16:creationId xmlns:a16="http://schemas.microsoft.com/office/drawing/2014/main" id="{D3B8EDA1-23BC-410B-A68C-DA8A6540BAAF}"/>
              </a:ext>
            </a:extLst>
          </p:cNvPr>
          <p:cNvSpPr>
            <a:spLocks xmlns:a="http://schemas.openxmlformats.org/drawingml/2006/main" noGrp="1"/>
          </p:cNvSpPr>
          <p:nvPr/>
        </p:nvSpPr>
        <p:spPr>
          <a:xfrm xmlns:a="http://schemas.openxmlformats.org/drawingml/2006/main">
            <a:off x="4000500" y="32956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9CA7AE"/>
                </a:solidFill>
                <a:latin typeface="Bitstream Charter"/>
                <a:ea typeface="Bitstream Charter"/>
                <a:cs typeface="Bitstream Charter"/>
              </a:defRPr>
            </a:pPr>
            <a:r>
              <a:rPr sz="1425" b="0">
                <a:solidFill>
                  <a:srgbClr val="9CA7AE"/>
                </a:solidFill>
                <a:latin typeface="Bitstream Charter"/>
                <a:ea typeface="Bitstream Charter"/>
                <a:cs typeface="Bitstream Charter"/>
              </a:rPr>
              <a:t>Seductive power inside a controlled operation</a:t>
            </a:r>
          </a:p>
        </p:txBody>
      </p:sp>
      <p:sp>
        <p:nvSpPr>
          <p:cNvPr id="14" name="">
            <a:extLst xmlns:a="http://schemas.openxmlformats.org/drawingml/2006/main">
              <a:ext uri="{FF2B5EF4-FFF2-40B4-BE49-F238E27FC236}">
                <a16:creationId xmlns:a16="http://schemas.microsoft.com/office/drawing/2014/main" id="{98DD789B-3DE9-4D2F-A943-D36B4204DAF5}"/>
              </a:ext>
            </a:extLst>
          </p:cNvPr>
          <p:cNvSpPr>
            <a:spLocks xmlns:a="http://schemas.openxmlformats.org/drawingml/2006/main" noGrp="1"/>
          </p:cNvSpPr>
          <p:nvPr/>
        </p:nvSpPr>
        <p:spPr>
          <a:xfrm xmlns:a="http://schemas.openxmlformats.org/drawingml/2006/main">
            <a:off x="714375" y="3848100"/>
            <a:ext cx="10287000" cy="19050"/>
          </a:xfrm>
          <a:prstGeom xmlns:a="http://schemas.openxmlformats.org/drawingml/2006/main" prst="rect">
            <a:avLst/>
          </a:prstGeom>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FC5B282-A68C-4A41-9FE4-8BC23BE55D84}"/>
              </a:ext>
            </a:extLst>
          </p:cNvPr>
          <p:cNvSpPr>
            <a:spLocks xmlns:a="http://schemas.openxmlformats.org/drawingml/2006/main" noGrp="1"/>
          </p:cNvSpPr>
          <p:nvPr/>
        </p:nvSpPr>
        <p:spPr>
          <a:xfrm xmlns:a="http://schemas.openxmlformats.org/drawingml/2006/main">
            <a:off x="714375" y="41338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1ECDD"/>
                </a:solidFill>
                <a:latin typeface="Bitstream Charter"/>
                <a:ea typeface="Bitstream Charter"/>
                <a:cs typeface="Bitstream Charter"/>
              </a:defRPr>
            </a:pPr>
            <a:r>
              <a:rPr sz="1800" b="1">
                <a:solidFill>
                  <a:srgbClr val="F1ECDD"/>
                </a:solidFill>
                <a:latin typeface="Bitstream Charter"/>
                <a:ea typeface="Bitstream Charter"/>
                <a:cs typeface="Bitstream Charter"/>
              </a:rPr>
              <a:t>SLOW HORSES</a:t>
            </a:r>
          </a:p>
        </p:txBody>
      </p:sp>
      <p:sp>
        <p:nvSpPr>
          <p:cNvPr id="16" name="">
            <a:extLst xmlns:a="http://schemas.openxmlformats.org/drawingml/2006/main">
              <a:ext uri="{FF2B5EF4-FFF2-40B4-BE49-F238E27FC236}">
                <a16:creationId xmlns:a16="http://schemas.microsoft.com/office/drawing/2014/main" id="{D9BA3513-287D-4A7E-8D14-6857DDAB7F0D}"/>
              </a:ext>
            </a:extLst>
          </p:cNvPr>
          <p:cNvSpPr>
            <a:spLocks xmlns:a="http://schemas.openxmlformats.org/drawingml/2006/main" noGrp="1"/>
          </p:cNvSpPr>
          <p:nvPr/>
        </p:nvSpPr>
        <p:spPr>
          <a:xfrm xmlns:a="http://schemas.openxmlformats.org/drawingml/2006/main">
            <a:off x="4000500" y="41338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9CA7AE"/>
                </a:solidFill>
                <a:latin typeface="Bitstream Charter"/>
                <a:ea typeface="Bitstream Charter"/>
                <a:cs typeface="Bitstream Charter"/>
              </a:defRPr>
            </a:pPr>
            <a:r>
              <a:rPr sz="1425" b="0">
                <a:solidFill>
                  <a:srgbClr val="9CA7AE"/>
                </a:solidFill>
                <a:latin typeface="Bitstream Charter"/>
                <a:ea typeface="Bitstream Charter"/>
                <a:cs typeface="Bitstream Charter"/>
              </a:rPr>
              <a:t>Intelligence tradecraft with human damage</a:t>
            </a:r>
          </a:p>
        </p:txBody>
      </p:sp>
      <p:sp>
        <p:nvSpPr>
          <p:cNvPr id="17" name="">
            <a:extLst xmlns:a="http://schemas.openxmlformats.org/drawingml/2006/main">
              <a:ext uri="{FF2B5EF4-FFF2-40B4-BE49-F238E27FC236}">
                <a16:creationId xmlns:a16="http://schemas.microsoft.com/office/drawing/2014/main" id="{6F9395DD-6D51-4B28-BA9D-7371E21399CC}"/>
              </a:ext>
            </a:extLst>
          </p:cNvPr>
          <p:cNvSpPr>
            <a:spLocks xmlns:a="http://schemas.openxmlformats.org/drawingml/2006/main" noGrp="1"/>
          </p:cNvSpPr>
          <p:nvPr/>
        </p:nvSpPr>
        <p:spPr>
          <a:xfrm xmlns:a="http://schemas.openxmlformats.org/drawingml/2006/main">
            <a:off x="714375" y="4686300"/>
            <a:ext cx="10287000" cy="19050"/>
          </a:xfrm>
          <a:prstGeom xmlns:a="http://schemas.openxmlformats.org/drawingml/2006/main" prst="rect">
            <a:avLst/>
          </a:prstGeom>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4CD98B4-03C5-4353-8B24-E397D99303B0}"/>
              </a:ext>
            </a:extLst>
          </p:cNvPr>
          <p:cNvSpPr>
            <a:spLocks xmlns:a="http://schemas.openxmlformats.org/drawingml/2006/main" noGrp="1"/>
          </p:cNvSpPr>
          <p:nvPr/>
        </p:nvSpPr>
        <p:spPr>
          <a:xfrm xmlns:a="http://schemas.openxmlformats.org/drawingml/2006/main">
            <a:off x="714375" y="49720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23"/>
          </a:bodyPr>
          <a:lstStyle xmlns:a="http://schemas.openxmlformats.org/drawingml/2006/main"/>
          <a:p xmlns:a="http://schemas.openxmlformats.org/drawingml/2006/main">
            <a:pPr algn="l">
              <a:defRPr sz="1800" b="1">
                <a:solidFill>
                  <a:srgbClr val="F1ECDD"/>
                </a:solidFill>
                <a:latin typeface="Bitstream Charter"/>
                <a:ea typeface="Bitstream Charter"/>
                <a:cs typeface="Bitstream Charter"/>
              </a:defRPr>
            </a:pPr>
            <a:r>
              <a:rPr sz="1800" b="1">
                <a:solidFill>
                  <a:srgbClr val="F1ECDD"/>
                </a:solidFill>
                <a:latin typeface="Bitstream Charter"/>
                <a:ea typeface="Bitstream Charter"/>
                <a:cs typeface="Bitstream Charter"/>
              </a:rPr>
              <a:t>THE MANCHURIAN CANDIDATE</a:t>
            </a:r>
          </a:p>
        </p:txBody>
      </p:sp>
      <p:sp>
        <p:nvSpPr>
          <p:cNvPr id="19" name="">
            <a:extLst xmlns:a="http://schemas.openxmlformats.org/drawingml/2006/main">
              <a:ext uri="{FF2B5EF4-FFF2-40B4-BE49-F238E27FC236}">
                <a16:creationId xmlns:a16="http://schemas.microsoft.com/office/drawing/2014/main" id="{3B7DFB34-724C-4919-9C0E-D260BABCA103}"/>
              </a:ext>
            </a:extLst>
          </p:cNvPr>
          <p:cNvSpPr>
            <a:spLocks xmlns:a="http://schemas.openxmlformats.org/drawingml/2006/main" noGrp="1"/>
          </p:cNvSpPr>
          <p:nvPr/>
        </p:nvSpPr>
        <p:spPr>
          <a:xfrm xmlns:a="http://schemas.openxmlformats.org/drawingml/2006/main">
            <a:off x="4000500" y="4972050"/>
            <a:ext cx="704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9CA7AE"/>
                </a:solidFill>
                <a:latin typeface="Bitstream Charter"/>
                <a:ea typeface="Bitstream Charter"/>
                <a:cs typeface="Bitstream Charter"/>
              </a:defRPr>
            </a:pPr>
            <a:r>
              <a:rPr sz="1425" b="0">
                <a:solidFill>
                  <a:srgbClr val="9CA7AE"/>
                </a:solidFill>
                <a:latin typeface="Bitstream Charter"/>
                <a:ea typeface="Bitstream Charter"/>
                <a:cs typeface="Bitstream Charter"/>
              </a:rPr>
              <a:t>Political power built on psychological control</a:t>
            </a:r>
          </a:p>
        </p:txBody>
      </p:sp>
      <p:sp>
        <p:nvSpPr>
          <p:cNvPr id="20" name="">
            <a:extLst xmlns:a="http://schemas.openxmlformats.org/drawingml/2006/main">
              <a:ext uri="{FF2B5EF4-FFF2-40B4-BE49-F238E27FC236}">
                <a16:creationId xmlns:a16="http://schemas.microsoft.com/office/drawing/2014/main" id="{D53D4BD2-EBFB-4815-8CD8-35ADD63B3E59}"/>
              </a:ext>
            </a:extLst>
          </p:cNvPr>
          <p:cNvSpPr>
            <a:spLocks xmlns:a="http://schemas.openxmlformats.org/drawingml/2006/main" noGrp="1"/>
          </p:cNvSpPr>
          <p:nvPr/>
        </p:nvSpPr>
        <p:spPr>
          <a:xfrm xmlns:a="http://schemas.openxmlformats.org/drawingml/2006/main">
            <a:off x="714375" y="5524500"/>
            <a:ext cx="10287000" cy="19050"/>
          </a:xfrm>
          <a:prstGeom xmlns:a="http://schemas.openxmlformats.org/drawingml/2006/main" prst="rect">
            <a:avLst/>
          </a:prstGeom>
          <a:ln xmlns:a="http://schemas.openxmlformats.org/drawingml/2006/main" w="0">
            <a:noFill/>
          </a:ln>
        </p:spPr>
      </p:sp>
    </p:spTree>
    <p:extLst>
      <p:ext uri="{BB962C8B-B14F-4D97-AF65-F5344CB8AC3E}">
        <p14:creationId xmlns:p14="http://schemas.microsoft.com/office/powerpoint/2010/main" val="1835824928"/>
      </p:ext>
    </p:extLst>
  </p:cSld>
</p:sld>
</file>

<file path=ppt/slides/slide5.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82C1B02-4252-4468-A8D2-F797B69273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81EC55-93E6-4C9B-8A5D-19F2820DEB93}"/>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05</a:t>
            </a:r>
          </a:p>
        </p:txBody>
      </p:sp>
      <p:sp>
        <p:nvSpPr>
          <p:cNvPr id="3" name="">
            <a:extLst xmlns:a="http://schemas.openxmlformats.org/drawingml/2006/main">
              <a:ext uri="{FF2B5EF4-FFF2-40B4-BE49-F238E27FC236}">
                <a16:creationId xmlns:a16="http://schemas.microsoft.com/office/drawing/2014/main" id="{976BD2AD-4BB0-42EB-B535-2165A02CADF5}"/>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Kat Sullivan</a:t>
            </a:r>
          </a:p>
        </p:txBody>
      </p:sp>
      <p:sp>
        <p:nvSpPr>
          <p:cNvPr id="4" name="">
            <a:extLst xmlns:a="http://schemas.openxmlformats.org/drawingml/2006/main">
              <a:ext uri="{FF2B5EF4-FFF2-40B4-BE49-F238E27FC236}">
                <a16:creationId xmlns:a16="http://schemas.microsoft.com/office/drawing/2014/main" id="{D574B960-CEE2-4BFD-B7D1-E551A7B7D229}"/>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Late 30s to early 40s | Security architect | Series lead</a:t>
            </a:r>
          </a:p>
        </p:txBody>
      </p:sp>
      <p:sp>
        <p:nvSpPr>
          <p:cNvPr id="5" name="">
            <a:extLst xmlns:a="http://schemas.openxmlformats.org/drawingml/2006/main">
              <a:ext uri="{FF2B5EF4-FFF2-40B4-BE49-F238E27FC236}">
                <a16:creationId xmlns:a16="http://schemas.microsoft.com/office/drawing/2014/main" id="{AB038C02-08B5-4E23-9CDA-9506232C63CE}"/>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57E60D4B-C559-4D19-B42F-84A764AD028A}"/>
              </a:ext>
            </a:extLst>
          </p:cNvPr>
          <p:cNvSpPr>
            <a:spLocks xmlns:a="http://schemas.openxmlformats.org/drawingml/2006/main" noGrp="1"/>
          </p:cNvSpPr>
          <p:nvPr/>
        </p:nvSpPr>
        <p:spPr>
          <a:xfrm xmlns:a="http://schemas.openxmlformats.org/drawingml/2006/main">
            <a:off x="714375" y="16192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F1ECDD"/>
                </a:solidFill>
                <a:latin typeface="Bitstream Charter"/>
                <a:ea typeface="Bitstream Charter"/>
                <a:cs typeface="Bitstream Charter"/>
              </a:defRPr>
            </a:pPr>
            <a:r>
              <a:rPr sz="2250" b="1">
                <a:solidFill>
                  <a:srgbClr val="F1ECDD"/>
                </a:solidFill>
                <a:latin typeface="Bitstream Charter"/>
                <a:ea typeface="Bitstream Charter"/>
                <a:cs typeface="Bitstream Charter"/>
              </a:rPr>
              <a:t>“I built the brakes before I built the engine.”</a:t>
            </a:r>
          </a:p>
        </p:txBody>
      </p:sp>
      <p:sp>
        <p:nvSpPr>
          <p:cNvPr id="7" name="">
            <a:extLst xmlns:a="http://schemas.openxmlformats.org/drawingml/2006/main">
              <a:ext uri="{FF2B5EF4-FFF2-40B4-BE49-F238E27FC236}">
                <a16:creationId xmlns:a16="http://schemas.microsoft.com/office/drawing/2014/main" id="{C81F5B62-B0B6-4577-BA72-E654212F609F}"/>
              </a:ext>
            </a:extLst>
          </p:cNvPr>
          <p:cNvSpPr>
            <a:spLocks xmlns:a="http://schemas.openxmlformats.org/drawingml/2006/main" noGrp="1"/>
          </p:cNvSpPr>
          <p:nvPr/>
        </p:nvSpPr>
        <p:spPr>
          <a:xfrm xmlns:a="http://schemas.openxmlformats.org/drawingml/2006/main">
            <a:off x="714375" y="27622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C9393F"/>
                </a:solidFill>
                <a:latin typeface="Bitstream Charter"/>
                <a:ea typeface="Bitstream Charter"/>
                <a:cs typeface="Bitstream Charter"/>
              </a:defRPr>
            </a:pPr>
            <a:r>
              <a:rPr sz="1350" b="1">
                <a:solidFill>
                  <a:srgbClr val="C9393F"/>
                </a:solidFill>
                <a:latin typeface="Bitstream Charter"/>
                <a:ea typeface="Bitstream Charter"/>
                <a:cs typeface="Bitstream Charter"/>
              </a:rPr>
              <a:t>MIND</a:t>
            </a:r>
          </a:p>
        </p:txBody>
      </p:sp>
      <p:sp>
        <p:nvSpPr>
          <p:cNvPr id="8" name="">
            <a:extLst xmlns:a="http://schemas.openxmlformats.org/drawingml/2006/main">
              <a:ext uri="{FF2B5EF4-FFF2-40B4-BE49-F238E27FC236}">
                <a16:creationId xmlns:a16="http://schemas.microsoft.com/office/drawing/2014/main" id="{75A4EB95-FFE7-4853-B879-40B2A830E1DA}"/>
              </a:ext>
            </a:extLst>
          </p:cNvPr>
          <p:cNvSpPr>
            <a:spLocks xmlns:a="http://schemas.openxmlformats.org/drawingml/2006/main" noGrp="1"/>
          </p:cNvSpPr>
          <p:nvPr/>
        </p:nvSpPr>
        <p:spPr>
          <a:xfrm xmlns:a="http://schemas.openxmlformats.org/drawingml/2006/main">
            <a:off x="714375" y="3067050"/>
            <a:ext cx="466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Reads systems faster than people can weaponize them.</a:t>
            </a:r>
          </a:p>
        </p:txBody>
      </p:sp>
      <p:sp>
        <p:nvSpPr>
          <p:cNvPr id="9" name="">
            <a:extLst xmlns:a="http://schemas.openxmlformats.org/drawingml/2006/main">
              <a:ext uri="{FF2B5EF4-FFF2-40B4-BE49-F238E27FC236}">
                <a16:creationId xmlns:a16="http://schemas.microsoft.com/office/drawing/2014/main" id="{170C9D13-B1F9-49C3-A6BD-DD802BEE8661}"/>
              </a:ext>
            </a:extLst>
          </p:cNvPr>
          <p:cNvSpPr>
            <a:spLocks xmlns:a="http://schemas.openxmlformats.org/drawingml/2006/main" noGrp="1"/>
          </p:cNvSpPr>
          <p:nvPr/>
        </p:nvSpPr>
        <p:spPr>
          <a:xfrm xmlns:a="http://schemas.openxmlformats.org/drawingml/2006/main">
            <a:off x="714375" y="39052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C9393F"/>
                </a:solidFill>
                <a:latin typeface="Bitstream Charter"/>
                <a:ea typeface="Bitstream Charter"/>
                <a:cs typeface="Bitstream Charter"/>
              </a:defRPr>
            </a:pPr>
            <a:r>
              <a:rPr sz="1350" b="1">
                <a:solidFill>
                  <a:srgbClr val="C9393F"/>
                </a:solidFill>
                <a:latin typeface="Bitstream Charter"/>
                <a:ea typeface="Bitstream Charter"/>
                <a:cs typeface="Bitstream Charter"/>
              </a:rPr>
              <a:t>GOAL</a:t>
            </a:r>
          </a:p>
        </p:txBody>
      </p:sp>
      <p:sp>
        <p:nvSpPr>
          <p:cNvPr id="10" name="">
            <a:extLst xmlns:a="http://schemas.openxmlformats.org/drawingml/2006/main">
              <a:ext uri="{FF2B5EF4-FFF2-40B4-BE49-F238E27FC236}">
                <a16:creationId xmlns:a16="http://schemas.microsoft.com/office/drawing/2014/main" id="{D36CD43C-46DB-45E9-BE8D-3D3F770AE79C}"/>
              </a:ext>
            </a:extLst>
          </p:cNvPr>
          <p:cNvSpPr>
            <a:spLocks xmlns:a="http://schemas.openxmlformats.org/drawingml/2006/main" noGrp="1"/>
          </p:cNvSpPr>
          <p:nvPr/>
        </p:nvSpPr>
        <p:spPr>
          <a:xfrm xmlns:a="http://schemas.openxmlformats.org/drawingml/2006/main">
            <a:off x="714375" y="42100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Prove Markus lived, reclaim her own history, and stop Article 7 from becoming Carl’s private intelligence network.</a:t>
            </a:r>
          </a:p>
        </p:txBody>
      </p:sp>
      <p:sp>
        <p:nvSpPr>
          <p:cNvPr id="11" name="">
            <a:extLst xmlns:a="http://schemas.openxmlformats.org/drawingml/2006/main">
              <a:ext uri="{FF2B5EF4-FFF2-40B4-BE49-F238E27FC236}">
                <a16:creationId xmlns:a16="http://schemas.microsoft.com/office/drawing/2014/main" id="{061BD7F3-CDB1-4396-9A6E-2378E3ADB6B7}"/>
              </a:ext>
            </a:extLst>
          </p:cNvPr>
          <p:cNvSpPr>
            <a:spLocks xmlns:a="http://schemas.openxmlformats.org/drawingml/2006/main" noGrp="1"/>
          </p:cNvSpPr>
          <p:nvPr/>
        </p:nvSpPr>
        <p:spPr>
          <a:xfrm xmlns:a="http://schemas.openxmlformats.org/drawingml/2006/main">
            <a:off x="6477000" y="27622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C9393F"/>
                </a:solidFill>
                <a:latin typeface="Bitstream Charter"/>
                <a:ea typeface="Bitstream Charter"/>
                <a:cs typeface="Bitstream Charter"/>
              </a:defRPr>
            </a:pPr>
            <a:r>
              <a:rPr sz="1350" b="1">
                <a:solidFill>
                  <a:srgbClr val="C9393F"/>
                </a:solidFill>
                <a:latin typeface="Bitstream Charter"/>
                <a:ea typeface="Bitstream Charter"/>
                <a:cs typeface="Bitstream Charter"/>
              </a:rPr>
              <a:t>CONFLICT</a:t>
            </a:r>
          </a:p>
        </p:txBody>
      </p:sp>
      <p:sp>
        <p:nvSpPr>
          <p:cNvPr id="12" name="">
            <a:extLst xmlns:a="http://schemas.openxmlformats.org/drawingml/2006/main">
              <a:ext uri="{FF2B5EF4-FFF2-40B4-BE49-F238E27FC236}">
                <a16:creationId xmlns:a16="http://schemas.microsoft.com/office/drawing/2014/main" id="{69A1615B-003D-4B2C-8014-A74E3B40DEF1}"/>
              </a:ext>
            </a:extLst>
          </p:cNvPr>
          <p:cNvSpPr>
            <a:spLocks xmlns:a="http://schemas.openxmlformats.org/drawingml/2006/main" noGrp="1"/>
          </p:cNvSpPr>
          <p:nvPr/>
        </p:nvSpPr>
        <p:spPr>
          <a:xfrm xmlns:a="http://schemas.openxmlformats.org/drawingml/2006/main">
            <a:off x="6477000" y="30670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Every clue may be real, planted, or left by an earlier version of herself.</a:t>
            </a:r>
          </a:p>
        </p:txBody>
      </p:sp>
      <p:sp>
        <p:nvSpPr>
          <p:cNvPr id="13" name="">
            <a:extLst xmlns:a="http://schemas.openxmlformats.org/drawingml/2006/main">
              <a:ext uri="{FF2B5EF4-FFF2-40B4-BE49-F238E27FC236}">
                <a16:creationId xmlns:a16="http://schemas.microsoft.com/office/drawing/2014/main" id="{63A5D361-C4A0-4DD0-BD18-B20EEDBD11BA}"/>
              </a:ext>
            </a:extLst>
          </p:cNvPr>
          <p:cNvSpPr>
            <a:spLocks xmlns:a="http://schemas.openxmlformats.org/drawingml/2006/main" noGrp="1"/>
          </p:cNvSpPr>
          <p:nvPr/>
        </p:nvSpPr>
        <p:spPr>
          <a:xfrm xmlns:a="http://schemas.openxmlformats.org/drawingml/2006/main">
            <a:off x="6477000" y="39052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C9393F"/>
                </a:solidFill>
                <a:latin typeface="Bitstream Charter"/>
                <a:ea typeface="Bitstream Charter"/>
                <a:cs typeface="Bitstream Charter"/>
              </a:defRPr>
            </a:pPr>
            <a:r>
              <a:rPr sz="1350" b="1">
                <a:solidFill>
                  <a:srgbClr val="C9393F"/>
                </a:solidFill>
                <a:latin typeface="Bitstream Charter"/>
                <a:ea typeface="Bitstream Charter"/>
                <a:cs typeface="Bitstream Charter"/>
              </a:rPr>
              <a:t>ARC</a:t>
            </a:r>
          </a:p>
        </p:txBody>
      </p:sp>
      <p:sp>
        <p:nvSpPr>
          <p:cNvPr id="14" name="">
            <a:extLst xmlns:a="http://schemas.openxmlformats.org/drawingml/2006/main">
              <a:ext uri="{FF2B5EF4-FFF2-40B4-BE49-F238E27FC236}">
                <a16:creationId xmlns:a16="http://schemas.microsoft.com/office/drawing/2014/main" id="{12F6A9EE-1DB5-478E-9F30-894511E3863D}"/>
              </a:ext>
            </a:extLst>
          </p:cNvPr>
          <p:cNvSpPr>
            <a:spLocks xmlns:a="http://schemas.openxmlformats.org/drawingml/2006/main" noGrp="1"/>
          </p:cNvSpPr>
          <p:nvPr/>
        </p:nvSpPr>
        <p:spPr>
          <a:xfrm xmlns:a="http://schemas.openxmlformats.org/drawingml/2006/main">
            <a:off x="6477000" y="42100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From controlled witness to architect of her own counter-operation.</a:t>
            </a:r>
          </a:p>
        </p:txBody>
      </p:sp>
      <p:sp>
        <p:nvSpPr>
          <p:cNvPr id="15" name="">
            <a:extLst xmlns:a="http://schemas.openxmlformats.org/drawingml/2006/main">
              <a:ext uri="{FF2B5EF4-FFF2-40B4-BE49-F238E27FC236}">
                <a16:creationId xmlns:a16="http://schemas.microsoft.com/office/drawing/2014/main" id="{DD66BD03-7C97-4ECC-B3CB-1E95A86F8055}"/>
              </a:ext>
            </a:extLst>
          </p:cNvPr>
          <p:cNvSpPr>
            <a:spLocks xmlns:a="http://schemas.openxmlformats.org/drawingml/2006/main" noGrp="1"/>
          </p:cNvSpPr>
          <p:nvPr/>
        </p:nvSpPr>
        <p:spPr>
          <a:xfrm xmlns:a="http://schemas.openxmlformats.org/drawingml/2006/main">
            <a:off x="714375" y="55721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C9393F"/>
                </a:solidFill>
                <a:latin typeface="Bitstream Charter"/>
                <a:ea typeface="Bitstream Charter"/>
                <a:cs typeface="Bitstream Charter"/>
              </a:defRPr>
            </a:pPr>
            <a:r>
              <a:rPr sz="1725" b="1">
                <a:solidFill>
                  <a:srgbClr val="C9393F"/>
                </a:solidFill>
                <a:latin typeface="Bitstream Charter"/>
                <a:ea typeface="Bitstream Charter"/>
                <a:cs typeface="Bitstream Charter"/>
              </a:rPr>
              <a:t>Her deepest fear is not forgetting Markus. It is discovering that she chose to.</a:t>
            </a:r>
          </a:p>
        </p:txBody>
      </p:sp>
    </p:spTree>
    <p:extLst>
      <p:ext uri="{BB962C8B-B14F-4D97-AF65-F5344CB8AC3E}">
        <p14:creationId xmlns:p14="http://schemas.microsoft.com/office/powerpoint/2010/main" val="831373551"/>
      </p:ext>
    </p:extLst>
  </p:cSld>
</p:sld>
</file>

<file path=ppt/slides/slide6.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6C61A55-4EA9-46FC-8110-FD3CA3A0629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10CFE8-8556-4CC9-9550-06959A50D9AD}"/>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06</a:t>
            </a:r>
          </a:p>
        </p:txBody>
      </p:sp>
      <p:sp>
        <p:nvSpPr>
          <p:cNvPr id="3" name="">
            <a:extLst xmlns:a="http://schemas.openxmlformats.org/drawingml/2006/main">
              <a:ext uri="{FF2B5EF4-FFF2-40B4-BE49-F238E27FC236}">
                <a16:creationId xmlns:a16="http://schemas.microsoft.com/office/drawing/2014/main" id="{4A90271C-8E91-457C-BF58-420C71DBEC63}"/>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Markus Voss &amp; Carl Reeves</a:t>
            </a:r>
          </a:p>
        </p:txBody>
      </p:sp>
      <p:sp>
        <p:nvSpPr>
          <p:cNvPr id="4" name="">
            <a:extLst xmlns:a="http://schemas.openxmlformats.org/drawingml/2006/main">
              <a:ext uri="{FF2B5EF4-FFF2-40B4-BE49-F238E27FC236}">
                <a16:creationId xmlns:a16="http://schemas.microsoft.com/office/drawing/2014/main" id="{F9DC6AFD-327C-489B-8552-7CAC44024A23}"/>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Love and control pull Kat toward opposite versions of herself</a:t>
            </a:r>
          </a:p>
        </p:txBody>
      </p:sp>
      <p:sp>
        <p:nvSpPr>
          <p:cNvPr id="5" name="">
            <a:extLst xmlns:a="http://schemas.openxmlformats.org/drawingml/2006/main">
              <a:ext uri="{FF2B5EF4-FFF2-40B4-BE49-F238E27FC236}">
                <a16:creationId xmlns:a16="http://schemas.microsoft.com/office/drawing/2014/main" id="{D5142653-84F1-413B-BE31-D8886743BD84}"/>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4F5FAAB8-482D-4511-A42E-A1780AECFEF9}"/>
              </a:ext>
            </a:extLst>
          </p:cNvPr>
          <p:cNvSpPr>
            <a:spLocks xmlns:a="http://schemas.openxmlformats.org/drawingml/2006/main" noGrp="1"/>
          </p:cNvSpPr>
          <p:nvPr/>
        </p:nvSpPr>
        <p:spPr>
          <a:xfrm xmlns:a="http://schemas.openxmlformats.org/drawingml/2006/main">
            <a:off x="666750"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1ECDD"/>
                </a:solidFill>
                <a:latin typeface="Bitstream Charter"/>
                <a:ea typeface="Bitstream Charter"/>
                <a:cs typeface="Bitstream Charter"/>
              </a:defRPr>
            </a:pPr>
            <a:r>
              <a:rPr sz="2025" b="1">
                <a:solidFill>
                  <a:srgbClr val="F1ECDD"/>
                </a:solidFill>
                <a:latin typeface="Bitstream Charter"/>
                <a:ea typeface="Bitstream Charter"/>
                <a:cs typeface="Bitstream Charter"/>
              </a:rPr>
              <a:t>MARKUS VOSS</a:t>
            </a:r>
          </a:p>
        </p:txBody>
      </p:sp>
      <p:sp>
        <p:nvSpPr>
          <p:cNvPr id="7" name="">
            <a:extLst xmlns:a="http://schemas.openxmlformats.org/drawingml/2006/main">
              <a:ext uri="{FF2B5EF4-FFF2-40B4-BE49-F238E27FC236}">
                <a16:creationId xmlns:a16="http://schemas.microsoft.com/office/drawing/2014/main" id="{179AE6BC-0936-47AC-B423-89080EF3FCFB}"/>
              </a:ext>
            </a:extLst>
          </p:cNvPr>
          <p:cNvSpPr>
            <a:spLocks xmlns:a="http://schemas.openxmlformats.org/drawingml/2006/main" noGrp="1"/>
          </p:cNvSpPr>
          <p:nvPr/>
        </p:nvSpPr>
        <p:spPr>
          <a:xfrm xmlns:a="http://schemas.openxmlformats.org/drawingml/2006/main">
            <a:off x="666750" y="20955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C9393F"/>
                </a:solidFill>
                <a:latin typeface="Bitstream Charter"/>
                <a:ea typeface="Bitstream Charter"/>
                <a:cs typeface="Bitstream Charter"/>
              </a:defRPr>
            </a:pPr>
            <a:r>
              <a:rPr sz="1350" b="1">
                <a:solidFill>
                  <a:srgbClr val="C9393F"/>
                </a:solidFill>
                <a:latin typeface="Bitstream Charter"/>
                <a:ea typeface="Bitstream Charter"/>
                <a:cs typeface="Bitstream Charter"/>
              </a:rPr>
              <a:t>Field operative. Lover. Ghost.</a:t>
            </a:r>
          </a:p>
        </p:txBody>
      </p:sp>
      <p:sp>
        <p:nvSpPr>
          <p:cNvPr id="8" name="">
            <a:extLst xmlns:a="http://schemas.openxmlformats.org/drawingml/2006/main">
              <a:ext uri="{FF2B5EF4-FFF2-40B4-BE49-F238E27FC236}">
                <a16:creationId xmlns:a16="http://schemas.microsoft.com/office/drawing/2014/main" id="{95C33E1F-2780-4743-A644-742F1EFC3442}"/>
              </a:ext>
            </a:extLst>
          </p:cNvPr>
          <p:cNvSpPr>
            <a:spLocks xmlns:a="http://schemas.openxmlformats.org/drawingml/2006/main" noGrp="1"/>
          </p:cNvSpPr>
          <p:nvPr/>
        </p:nvSpPr>
        <p:spPr>
          <a:xfrm xmlns:a="http://schemas.openxmlformats.org/drawingml/2006/main">
            <a:off x="666750" y="26193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9CA7AE"/>
                </a:solidFill>
                <a:latin typeface="Bitstream Charter"/>
                <a:ea typeface="Bitstream Charter"/>
                <a:cs typeface="Bitstream Charter"/>
              </a:defRPr>
            </a:pPr>
            <a:r>
              <a:rPr sz="1500" b="0">
                <a:solidFill>
                  <a:srgbClr val="9CA7AE"/>
                </a:solidFill>
                <a:latin typeface="Bitstream Charter"/>
                <a:ea typeface="Bitstream Charter"/>
                <a:cs typeface="Bitstream Charter"/>
              </a:rPr>
              <a:t>Markus carries guilt from an extraction he failed years earlier. He recognizes Carl’s trap before Kat does, sacrifices himself at the Danube, and returns six months later under conditions that prevent him from reaching her openly.</a:t>
            </a:r>
          </a:p>
        </p:txBody>
      </p:sp>
      <p:sp>
        <p:nvSpPr>
          <p:cNvPr id="9" name="">
            <a:extLst xmlns:a="http://schemas.openxmlformats.org/drawingml/2006/main">
              <a:ext uri="{FF2B5EF4-FFF2-40B4-BE49-F238E27FC236}">
                <a16:creationId xmlns:a16="http://schemas.microsoft.com/office/drawing/2014/main" id="{53D927A7-EF59-45B9-A75F-1B71879B1377}"/>
              </a:ext>
            </a:extLst>
          </p:cNvPr>
          <p:cNvSpPr>
            <a:spLocks xmlns:a="http://schemas.openxmlformats.org/drawingml/2006/main" noGrp="1"/>
          </p:cNvSpPr>
          <p:nvPr/>
        </p:nvSpPr>
        <p:spPr>
          <a:xfrm xmlns:a="http://schemas.openxmlformats.org/drawingml/2006/main">
            <a:off x="5905500" y="1666875"/>
            <a:ext cx="28575" cy="3429000"/>
          </a:xfrm>
          <a:prstGeom xmlns:a="http://schemas.openxmlformats.org/drawingml/2006/main" prst="rect">
            <a:avLst/>
          </a:prstGeom>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37A335D-05E4-4758-8E90-8F38CEB6B910}"/>
              </a:ext>
            </a:extLst>
          </p:cNvPr>
          <p:cNvSpPr>
            <a:spLocks xmlns:a="http://schemas.openxmlformats.org/drawingml/2006/main" noGrp="1"/>
          </p:cNvSpPr>
          <p:nvPr/>
        </p:nvSpPr>
        <p:spPr>
          <a:xfrm xmlns:a="http://schemas.openxmlformats.org/drawingml/2006/main">
            <a:off x="6477000"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1ECDD"/>
                </a:solidFill>
                <a:latin typeface="Bitstream Charter"/>
                <a:ea typeface="Bitstream Charter"/>
                <a:cs typeface="Bitstream Charter"/>
              </a:defRPr>
            </a:pPr>
            <a:r>
              <a:rPr sz="2025" b="1">
                <a:solidFill>
                  <a:srgbClr val="F1ECDD"/>
                </a:solidFill>
                <a:latin typeface="Bitstream Charter"/>
                <a:ea typeface="Bitstream Charter"/>
                <a:cs typeface="Bitstream Charter"/>
              </a:rPr>
              <a:t>CARL REEVES</a:t>
            </a:r>
          </a:p>
        </p:txBody>
      </p:sp>
      <p:sp>
        <p:nvSpPr>
          <p:cNvPr id="11" name="">
            <a:extLst xmlns:a="http://schemas.openxmlformats.org/drawingml/2006/main">
              <a:ext uri="{FF2B5EF4-FFF2-40B4-BE49-F238E27FC236}">
                <a16:creationId xmlns:a16="http://schemas.microsoft.com/office/drawing/2014/main" id="{05AEA2FF-03C3-4EE9-A32E-C867991237EE}"/>
              </a:ext>
            </a:extLst>
          </p:cNvPr>
          <p:cNvSpPr>
            <a:spLocks xmlns:a="http://schemas.openxmlformats.org/drawingml/2006/main" noGrp="1"/>
          </p:cNvSpPr>
          <p:nvPr/>
        </p:nvSpPr>
        <p:spPr>
          <a:xfrm xmlns:a="http://schemas.openxmlformats.org/drawingml/2006/main">
            <a:off x="6477000" y="20955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C9393F"/>
                </a:solidFill>
                <a:latin typeface="Bitstream Charter"/>
                <a:ea typeface="Bitstream Charter"/>
                <a:cs typeface="Bitstream Charter"/>
              </a:defRPr>
            </a:pPr>
            <a:r>
              <a:rPr sz="1350" b="1">
                <a:solidFill>
                  <a:srgbClr val="C9393F"/>
                </a:solidFill>
                <a:latin typeface="Bitstream Charter"/>
                <a:ea typeface="Bitstream Charter"/>
                <a:cs typeface="Bitstream Charter"/>
              </a:rPr>
              <a:t>Mentor. Sponsor. Author of the lie.</a:t>
            </a:r>
          </a:p>
        </p:txBody>
      </p:sp>
      <p:sp>
        <p:nvSpPr>
          <p:cNvPr id="12" name="">
            <a:extLst xmlns:a="http://schemas.openxmlformats.org/drawingml/2006/main">
              <a:ext uri="{FF2B5EF4-FFF2-40B4-BE49-F238E27FC236}">
                <a16:creationId xmlns:a16="http://schemas.microsoft.com/office/drawing/2014/main" id="{5C03BB78-8149-46C9-A9EF-ECEAE8E90F51}"/>
              </a:ext>
            </a:extLst>
          </p:cNvPr>
          <p:cNvSpPr>
            <a:spLocks xmlns:a="http://schemas.openxmlformats.org/drawingml/2006/main" noGrp="1"/>
          </p:cNvSpPr>
          <p:nvPr/>
        </p:nvSpPr>
        <p:spPr>
          <a:xfrm xmlns:a="http://schemas.openxmlformats.org/drawingml/2006/main">
            <a:off x="6477000" y="26193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9CA7AE"/>
                </a:solidFill>
                <a:latin typeface="Bitstream Charter"/>
                <a:ea typeface="Bitstream Charter"/>
                <a:cs typeface="Bitstream Charter"/>
              </a:defRPr>
            </a:pPr>
            <a:r>
              <a:rPr sz="1500" b="0">
                <a:solidFill>
                  <a:srgbClr val="9CA7AE"/>
                </a:solidFill>
                <a:latin typeface="Bitstream Charter"/>
                <a:ea typeface="Bitstream Charter"/>
                <a:cs typeface="Bitstream Charter"/>
              </a:rPr>
              <a:t>Carl raised Kat inside the institution and knows exactly which bonds she will trust. He turns grief into dependency, promotes the woman he has reconstructed, and uses her brilliance to legitimize power that no government can fully see.</a:t>
            </a:r>
          </a:p>
        </p:txBody>
      </p:sp>
      <p:sp>
        <p:nvSpPr>
          <p:cNvPr id="13" name="">
            <a:extLst xmlns:a="http://schemas.openxmlformats.org/drawingml/2006/main">
              <a:ext uri="{FF2B5EF4-FFF2-40B4-BE49-F238E27FC236}">
                <a16:creationId xmlns:a16="http://schemas.microsoft.com/office/drawing/2014/main" id="{FF2D6059-351A-4CF8-A314-A713DE4C09EB}"/>
              </a:ext>
            </a:extLst>
          </p:cNvPr>
          <p:cNvSpPr>
            <a:spLocks xmlns:a="http://schemas.openxmlformats.org/drawingml/2006/main" noGrp="1"/>
          </p:cNvSpPr>
          <p:nvPr/>
        </p:nvSpPr>
        <p:spPr>
          <a:xfrm xmlns:a="http://schemas.openxmlformats.org/drawingml/2006/main">
            <a:off x="1381125" y="538162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C9393F"/>
                </a:solidFill>
                <a:latin typeface="Bitstream Charter"/>
                <a:ea typeface="Bitstream Charter"/>
                <a:cs typeface="Bitstream Charter"/>
              </a:defRPr>
            </a:pPr>
            <a:r>
              <a:rPr sz="2100" b="1">
                <a:solidFill>
                  <a:srgbClr val="C9393F"/>
                </a:solidFill>
                <a:latin typeface="Bitstream Charter"/>
                <a:ea typeface="Bitstream Charter"/>
                <a:cs typeface="Bitstream Charter"/>
              </a:rPr>
              <a:t>Markus remembers who Kat was. Carl decides who Kat becomes.</a:t>
            </a:r>
          </a:p>
        </p:txBody>
      </p:sp>
    </p:spTree>
    <p:extLst>
      <p:ext uri="{BB962C8B-B14F-4D97-AF65-F5344CB8AC3E}">
        <p14:creationId xmlns:p14="http://schemas.microsoft.com/office/powerpoint/2010/main" val="888824015"/>
      </p:ext>
    </p:extLst>
  </p:cSld>
</p:sld>
</file>

<file path=ppt/slides/slide7.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EAE447A-5493-4EAC-B2B9-8ABF8196B63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34ECF6-0C17-47AE-A4D8-5D520A5DE978}"/>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07</a:t>
            </a:r>
          </a:p>
        </p:txBody>
      </p:sp>
      <p:sp>
        <p:nvSpPr>
          <p:cNvPr id="3" name="">
            <a:extLst xmlns:a="http://schemas.openxmlformats.org/drawingml/2006/main">
              <a:ext uri="{FF2B5EF4-FFF2-40B4-BE49-F238E27FC236}">
                <a16:creationId xmlns:a16="http://schemas.microsoft.com/office/drawing/2014/main" id="{FE94528E-AD7A-4BA9-9952-BE12F5BC276E}"/>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Supporting Characters</a:t>
            </a:r>
          </a:p>
        </p:txBody>
      </p:sp>
      <p:sp>
        <p:nvSpPr>
          <p:cNvPr id="4" name="">
            <a:extLst xmlns:a="http://schemas.openxmlformats.org/drawingml/2006/main">
              <a:ext uri="{FF2B5EF4-FFF2-40B4-BE49-F238E27FC236}">
                <a16:creationId xmlns:a16="http://schemas.microsoft.com/office/drawing/2014/main" id="{DC052676-CC59-48BF-A0E8-0CCA7B568B09}"/>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Every ally carries a different version of Kat’s past</a:t>
            </a:r>
          </a:p>
        </p:txBody>
      </p:sp>
      <p:sp>
        <p:nvSpPr>
          <p:cNvPr id="5" name="">
            <a:extLst xmlns:a="http://schemas.openxmlformats.org/drawingml/2006/main">
              <a:ext uri="{FF2B5EF4-FFF2-40B4-BE49-F238E27FC236}">
                <a16:creationId xmlns:a16="http://schemas.microsoft.com/office/drawing/2014/main" id="{C22BBEAB-3B79-4D4C-8402-FE62E9B513D4}"/>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ECEB8D02-857C-4AD0-9590-EF150F805FF3}"/>
              </a:ext>
            </a:extLst>
          </p:cNvPr>
          <p:cNvSpPr>
            <a:spLocks xmlns:a="http://schemas.openxmlformats.org/drawingml/2006/main" noGrp="1"/>
          </p:cNvSpPr>
          <p:nvPr/>
        </p:nvSpPr>
        <p:spPr>
          <a:xfrm xmlns:a="http://schemas.openxmlformats.org/drawingml/2006/main">
            <a:off x="666750" y="15716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DR. EVELYN SHAW</a:t>
            </a:r>
          </a:p>
        </p:txBody>
      </p:sp>
      <p:sp>
        <p:nvSpPr>
          <p:cNvPr id="7" name="">
            <a:extLst xmlns:a="http://schemas.openxmlformats.org/drawingml/2006/main">
              <a:ext uri="{FF2B5EF4-FFF2-40B4-BE49-F238E27FC236}">
                <a16:creationId xmlns:a16="http://schemas.microsoft.com/office/drawing/2014/main" id="{8ECACC6D-2136-4CC5-B9AF-C7FDB3A78BBE}"/>
              </a:ext>
            </a:extLst>
          </p:cNvPr>
          <p:cNvSpPr>
            <a:spLocks xmlns:a="http://schemas.openxmlformats.org/drawingml/2006/main" noGrp="1"/>
          </p:cNvSpPr>
          <p:nvPr/>
        </p:nvSpPr>
        <p:spPr>
          <a:xfrm xmlns:a="http://schemas.openxmlformats.org/drawingml/2006/main">
            <a:off x="666750" y="19335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Neuropsychiatrist whose compassion may be genuine, rehearsed, or both.</a:t>
            </a:r>
          </a:p>
        </p:txBody>
      </p:sp>
      <p:sp>
        <p:nvSpPr>
          <p:cNvPr id="8" name="">
            <a:extLst xmlns:a="http://schemas.openxmlformats.org/drawingml/2006/main">
              <a:ext uri="{FF2B5EF4-FFF2-40B4-BE49-F238E27FC236}">
                <a16:creationId xmlns:a16="http://schemas.microsoft.com/office/drawing/2014/main" id="{45DB6E63-DDE9-446D-83D1-FC81C71B1CB8}"/>
              </a:ext>
            </a:extLst>
          </p:cNvPr>
          <p:cNvSpPr>
            <a:spLocks xmlns:a="http://schemas.openxmlformats.org/drawingml/2006/main" noGrp="1"/>
          </p:cNvSpPr>
          <p:nvPr/>
        </p:nvSpPr>
        <p:spPr>
          <a:xfrm xmlns:a="http://schemas.openxmlformats.org/drawingml/2006/main">
            <a:off x="666750" y="2762250"/>
            <a:ext cx="4857750" cy="19050"/>
          </a:xfrm>
          <a:prstGeom xmlns:a="http://schemas.openxmlformats.org/drawingml/2006/main" prst="rect">
            <a:avLst/>
          </a:prstGeom>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8C515F4-3165-4762-8C26-A9FE0E34449E}"/>
              </a:ext>
            </a:extLst>
          </p:cNvPr>
          <p:cNvSpPr>
            <a:spLocks xmlns:a="http://schemas.openxmlformats.org/drawingml/2006/main" noGrp="1"/>
          </p:cNvSpPr>
          <p:nvPr/>
        </p:nvSpPr>
        <p:spPr>
          <a:xfrm xmlns:a="http://schemas.openxmlformats.org/drawingml/2006/main">
            <a:off x="6477000" y="15716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LINDA SULLIVAN</a:t>
            </a:r>
          </a:p>
        </p:txBody>
      </p:sp>
      <p:sp>
        <p:nvSpPr>
          <p:cNvPr id="10" name="">
            <a:extLst xmlns:a="http://schemas.openxmlformats.org/drawingml/2006/main">
              <a:ext uri="{FF2B5EF4-FFF2-40B4-BE49-F238E27FC236}">
                <a16:creationId xmlns:a16="http://schemas.microsoft.com/office/drawing/2014/main" id="{1C61F37F-8702-411E-B085-997103850E4E}"/>
              </a:ext>
            </a:extLst>
          </p:cNvPr>
          <p:cNvSpPr>
            <a:spLocks xmlns:a="http://schemas.openxmlformats.org/drawingml/2006/main" noGrp="1"/>
          </p:cNvSpPr>
          <p:nvPr/>
        </p:nvSpPr>
        <p:spPr>
          <a:xfrm xmlns:a="http://schemas.openxmlformats.org/drawingml/2006/main">
            <a:off x="6477000" y="19335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Kat’s mother, recruited to save her daughter, then horrified by the woman who returns.</a:t>
            </a:r>
          </a:p>
        </p:txBody>
      </p:sp>
      <p:sp>
        <p:nvSpPr>
          <p:cNvPr id="11" name="">
            <a:extLst xmlns:a="http://schemas.openxmlformats.org/drawingml/2006/main">
              <a:ext uri="{FF2B5EF4-FFF2-40B4-BE49-F238E27FC236}">
                <a16:creationId xmlns:a16="http://schemas.microsoft.com/office/drawing/2014/main" id="{070B881A-47CC-414E-901F-EA59A23942A5}"/>
              </a:ext>
            </a:extLst>
          </p:cNvPr>
          <p:cNvSpPr>
            <a:spLocks xmlns:a="http://schemas.openxmlformats.org/drawingml/2006/main" noGrp="1"/>
          </p:cNvSpPr>
          <p:nvPr/>
        </p:nvSpPr>
        <p:spPr>
          <a:xfrm xmlns:a="http://schemas.openxmlformats.org/drawingml/2006/main">
            <a:off x="6477000" y="2762250"/>
            <a:ext cx="4857750" cy="19050"/>
          </a:xfrm>
          <a:prstGeom xmlns:a="http://schemas.openxmlformats.org/drawingml/2006/main" prst="rect">
            <a:avLst/>
          </a:prstGeom>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4CA1413-B667-4E3F-9E02-211555AD3A42}"/>
              </a:ext>
            </a:extLst>
          </p:cNvPr>
          <p:cNvSpPr>
            <a:spLocks xmlns:a="http://schemas.openxmlformats.org/drawingml/2006/main" noGrp="1"/>
          </p:cNvSpPr>
          <p:nvPr/>
        </p:nvSpPr>
        <p:spPr>
          <a:xfrm xmlns:a="http://schemas.openxmlformats.org/drawingml/2006/main">
            <a:off x="666750" y="300037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DESSA</a:t>
            </a:r>
          </a:p>
        </p:txBody>
      </p:sp>
      <p:sp>
        <p:nvSpPr>
          <p:cNvPr id="13" name="">
            <a:extLst xmlns:a="http://schemas.openxmlformats.org/drawingml/2006/main">
              <a:ext uri="{FF2B5EF4-FFF2-40B4-BE49-F238E27FC236}">
                <a16:creationId xmlns:a16="http://schemas.microsoft.com/office/drawing/2014/main" id="{932EC967-66B3-4963-8D99-C2E278A860EE}"/>
              </a:ext>
            </a:extLst>
          </p:cNvPr>
          <p:cNvSpPr>
            <a:spLocks xmlns:a="http://schemas.openxmlformats.org/drawingml/2006/main" noGrp="1"/>
          </p:cNvSpPr>
          <p:nvPr/>
        </p:nvSpPr>
        <p:spPr>
          <a:xfrm xmlns:a="http://schemas.openxmlformats.org/drawingml/2006/main">
            <a:off x="666750" y="33623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Analyst who traces Carl’s black account and hides the evidence in two drives.</a:t>
            </a:r>
          </a:p>
        </p:txBody>
      </p:sp>
      <p:sp>
        <p:nvSpPr>
          <p:cNvPr id="14" name="">
            <a:extLst xmlns:a="http://schemas.openxmlformats.org/drawingml/2006/main">
              <a:ext uri="{FF2B5EF4-FFF2-40B4-BE49-F238E27FC236}">
                <a16:creationId xmlns:a16="http://schemas.microsoft.com/office/drawing/2014/main" id="{5A06F0BA-370A-42B1-9331-789DD7FA3D63}"/>
              </a:ext>
            </a:extLst>
          </p:cNvPr>
          <p:cNvSpPr>
            <a:spLocks xmlns:a="http://schemas.openxmlformats.org/drawingml/2006/main" noGrp="1"/>
          </p:cNvSpPr>
          <p:nvPr/>
        </p:nvSpPr>
        <p:spPr>
          <a:xfrm xmlns:a="http://schemas.openxmlformats.org/drawingml/2006/main">
            <a:off x="666750" y="4191000"/>
            <a:ext cx="4857750" cy="19050"/>
          </a:xfrm>
          <a:prstGeom xmlns:a="http://schemas.openxmlformats.org/drawingml/2006/main" prst="rect">
            <a:avLst/>
          </a:prstGeom>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1915272-3B70-416A-8AA2-ECD79E44B857}"/>
              </a:ext>
            </a:extLst>
          </p:cNvPr>
          <p:cNvSpPr>
            <a:spLocks xmlns:a="http://schemas.openxmlformats.org/drawingml/2006/main" noGrp="1"/>
          </p:cNvSpPr>
          <p:nvPr/>
        </p:nvSpPr>
        <p:spPr>
          <a:xfrm xmlns:a="http://schemas.openxmlformats.org/drawingml/2006/main">
            <a:off x="6477000" y="300037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SIR ROLAND ASHE</a:t>
            </a:r>
          </a:p>
        </p:txBody>
      </p:sp>
      <p:sp>
        <p:nvSpPr>
          <p:cNvPr id="16" name="">
            <a:extLst xmlns:a="http://schemas.openxmlformats.org/drawingml/2006/main">
              <a:ext uri="{FF2B5EF4-FFF2-40B4-BE49-F238E27FC236}">
                <a16:creationId xmlns:a16="http://schemas.microsoft.com/office/drawing/2014/main" id="{54BFC1F3-D1B4-4BE1-8450-D8797BB633E9}"/>
              </a:ext>
            </a:extLst>
          </p:cNvPr>
          <p:cNvSpPr>
            <a:spLocks xmlns:a="http://schemas.openxmlformats.org/drawingml/2006/main" noGrp="1"/>
          </p:cNvSpPr>
          <p:nvPr/>
        </p:nvSpPr>
        <p:spPr>
          <a:xfrm xmlns:a="http://schemas.openxmlformats.org/drawingml/2006/main">
            <a:off x="6477000" y="33623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Skeptical delegate whose objections reveal Article 7’s hidden reach.</a:t>
            </a:r>
          </a:p>
        </p:txBody>
      </p:sp>
      <p:sp>
        <p:nvSpPr>
          <p:cNvPr id="17" name="">
            <a:extLst xmlns:a="http://schemas.openxmlformats.org/drawingml/2006/main">
              <a:ext uri="{FF2B5EF4-FFF2-40B4-BE49-F238E27FC236}">
                <a16:creationId xmlns:a16="http://schemas.microsoft.com/office/drawing/2014/main" id="{79BD0E94-FBFA-4690-9451-510213653BC7}"/>
              </a:ext>
            </a:extLst>
          </p:cNvPr>
          <p:cNvSpPr>
            <a:spLocks xmlns:a="http://schemas.openxmlformats.org/drawingml/2006/main" noGrp="1"/>
          </p:cNvSpPr>
          <p:nvPr/>
        </p:nvSpPr>
        <p:spPr>
          <a:xfrm xmlns:a="http://schemas.openxmlformats.org/drawingml/2006/main">
            <a:off x="6477000" y="4191000"/>
            <a:ext cx="4857750" cy="19050"/>
          </a:xfrm>
          <a:prstGeom xmlns:a="http://schemas.openxmlformats.org/drawingml/2006/main" prst="rect">
            <a:avLst/>
          </a:prstGeom>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B74E73F-FF14-43AA-AFB1-C5CFB3698760}"/>
              </a:ext>
            </a:extLst>
          </p:cNvPr>
          <p:cNvSpPr>
            <a:spLocks xmlns:a="http://schemas.openxmlformats.org/drawingml/2006/main" noGrp="1"/>
          </p:cNvSpPr>
          <p:nvPr/>
        </p:nvSpPr>
        <p:spPr>
          <a:xfrm xmlns:a="http://schemas.openxmlformats.org/drawingml/2006/main">
            <a:off x="666750" y="4429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DUVAL</a:t>
            </a:r>
          </a:p>
        </p:txBody>
      </p:sp>
      <p:sp>
        <p:nvSpPr>
          <p:cNvPr id="19" name="">
            <a:extLst xmlns:a="http://schemas.openxmlformats.org/drawingml/2006/main">
              <a:ext uri="{FF2B5EF4-FFF2-40B4-BE49-F238E27FC236}">
                <a16:creationId xmlns:a16="http://schemas.microsoft.com/office/drawing/2014/main" id="{A743D8DD-F246-45F7-A63C-B19BCA6529BC}"/>
              </a:ext>
            </a:extLst>
          </p:cNvPr>
          <p:cNvSpPr>
            <a:spLocks xmlns:a="http://schemas.openxmlformats.org/drawingml/2006/main" noGrp="1"/>
          </p:cNvSpPr>
          <p:nvPr/>
        </p:nvSpPr>
        <p:spPr>
          <a:xfrm xmlns:a="http://schemas.openxmlformats.org/drawingml/2006/main">
            <a:off x="666750" y="47910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Political operator who suspects the treaty serves an intelligence agenda.</a:t>
            </a:r>
          </a:p>
        </p:txBody>
      </p:sp>
      <p:sp>
        <p:nvSpPr>
          <p:cNvPr id="20" name="">
            <a:extLst xmlns:a="http://schemas.openxmlformats.org/drawingml/2006/main">
              <a:ext uri="{FF2B5EF4-FFF2-40B4-BE49-F238E27FC236}">
                <a16:creationId xmlns:a16="http://schemas.microsoft.com/office/drawing/2014/main" id="{ABEC1822-9F09-496B-B079-D2C933980C05}"/>
              </a:ext>
            </a:extLst>
          </p:cNvPr>
          <p:cNvSpPr>
            <a:spLocks xmlns:a="http://schemas.openxmlformats.org/drawingml/2006/main" noGrp="1"/>
          </p:cNvSpPr>
          <p:nvPr/>
        </p:nvSpPr>
        <p:spPr>
          <a:xfrm xmlns:a="http://schemas.openxmlformats.org/drawingml/2006/main">
            <a:off x="666750" y="5619750"/>
            <a:ext cx="4857750" cy="19050"/>
          </a:xfrm>
          <a:prstGeom xmlns:a="http://schemas.openxmlformats.org/drawingml/2006/main" prst="rect">
            <a:avLst/>
          </a:prstGeom>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DC1CCB1-806A-450B-8AFE-B7E0E95884D7}"/>
              </a:ext>
            </a:extLst>
          </p:cNvPr>
          <p:cNvSpPr>
            <a:spLocks xmlns:a="http://schemas.openxmlformats.org/drawingml/2006/main" noGrp="1"/>
          </p:cNvSpPr>
          <p:nvPr/>
        </p:nvSpPr>
        <p:spPr>
          <a:xfrm xmlns:a="http://schemas.openxmlformats.org/drawingml/2006/main">
            <a:off x="6477000" y="4429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NIGHTINGALE</a:t>
            </a:r>
          </a:p>
        </p:txBody>
      </p:sp>
      <p:sp>
        <p:nvSpPr>
          <p:cNvPr id="22" name="">
            <a:extLst xmlns:a="http://schemas.openxmlformats.org/drawingml/2006/main">
              <a:ext uri="{FF2B5EF4-FFF2-40B4-BE49-F238E27FC236}">
                <a16:creationId xmlns:a16="http://schemas.microsoft.com/office/drawing/2014/main" id="{FFF11828-02F5-4152-B9F8-DFEAFDFE29DE}"/>
              </a:ext>
            </a:extLst>
          </p:cNvPr>
          <p:cNvSpPr>
            <a:spLocks xmlns:a="http://schemas.openxmlformats.org/drawingml/2006/main" noGrp="1"/>
          </p:cNvSpPr>
          <p:nvPr/>
        </p:nvSpPr>
        <p:spPr>
          <a:xfrm xmlns:a="http://schemas.openxmlformats.org/drawingml/2006/main">
            <a:off x="6477000" y="47910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F1ECDD"/>
                </a:solidFill>
                <a:latin typeface="Bitstream Charter"/>
                <a:ea typeface="Bitstream Charter"/>
                <a:cs typeface="Bitstream Charter"/>
              </a:defRPr>
            </a:pPr>
            <a:r>
              <a:rPr sz="1350" b="0">
                <a:solidFill>
                  <a:srgbClr val="F1ECDD"/>
                </a:solidFill>
                <a:latin typeface="Bitstream Charter"/>
                <a:ea typeface="Bitstream Charter"/>
                <a:cs typeface="Bitstream Charter"/>
              </a:rPr>
              <a:t>The alleged mole whose identity leads Kat and Markus into the Giurgiu trap.</a:t>
            </a:r>
          </a:p>
        </p:txBody>
      </p:sp>
      <p:sp>
        <p:nvSpPr>
          <p:cNvPr id="23" name="">
            <a:extLst xmlns:a="http://schemas.openxmlformats.org/drawingml/2006/main">
              <a:ext uri="{FF2B5EF4-FFF2-40B4-BE49-F238E27FC236}">
                <a16:creationId xmlns:a16="http://schemas.microsoft.com/office/drawing/2014/main" id="{0ADBB125-EE20-477C-B976-798AD2C75A0B}"/>
              </a:ext>
            </a:extLst>
          </p:cNvPr>
          <p:cNvSpPr>
            <a:spLocks xmlns:a="http://schemas.openxmlformats.org/drawingml/2006/main" noGrp="1"/>
          </p:cNvSpPr>
          <p:nvPr/>
        </p:nvSpPr>
        <p:spPr>
          <a:xfrm xmlns:a="http://schemas.openxmlformats.org/drawingml/2006/main">
            <a:off x="6477000" y="5619750"/>
            <a:ext cx="4857750" cy="19050"/>
          </a:xfrm>
          <a:prstGeom xmlns:a="http://schemas.openxmlformats.org/drawingml/2006/main" prst="rect">
            <a:avLst/>
          </a:prstGeom>
          <a:ln xmlns:a="http://schemas.openxmlformats.org/drawingml/2006/main" w="0">
            <a:noFill/>
          </a:ln>
        </p:spPr>
      </p:sp>
    </p:spTree>
    <p:extLst>
      <p:ext uri="{BB962C8B-B14F-4D97-AF65-F5344CB8AC3E}">
        <p14:creationId xmlns:p14="http://schemas.microsoft.com/office/powerpoint/2010/main" val="1538086844"/>
      </p:ext>
    </p:extLst>
  </p:cSld>
</p:sld>
</file>

<file path=ppt/slides/slide8.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040F4E1-9FF9-41FD-BDD0-9E2CE70BAF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4F760B-0F2C-484F-AE5C-8C9ADB037FA4}"/>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08</a:t>
            </a:r>
          </a:p>
        </p:txBody>
      </p:sp>
      <p:sp>
        <p:nvSpPr>
          <p:cNvPr id="3" name="">
            <a:extLst xmlns:a="http://schemas.openxmlformats.org/drawingml/2006/main">
              <a:ext uri="{FF2B5EF4-FFF2-40B4-BE49-F238E27FC236}">
                <a16:creationId xmlns:a16="http://schemas.microsoft.com/office/drawing/2014/main" id="{CAE87E43-B000-42EA-90DA-BA5A2E7C33AF}"/>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Pilot Story</a:t>
            </a:r>
          </a:p>
        </p:txBody>
      </p:sp>
      <p:sp>
        <p:nvSpPr>
          <p:cNvPr id="4" name="">
            <a:extLst xmlns:a="http://schemas.openxmlformats.org/drawingml/2006/main">
              <a:ext uri="{FF2B5EF4-FFF2-40B4-BE49-F238E27FC236}">
                <a16:creationId xmlns:a16="http://schemas.microsoft.com/office/drawing/2014/main" id="{FAC9C487-6FAB-4F39-82A2-0A4A64003227}"/>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A public victory becomes a private captivity</a:t>
            </a:r>
          </a:p>
        </p:txBody>
      </p:sp>
      <p:sp>
        <p:nvSpPr>
          <p:cNvPr id="5" name="">
            <a:extLst xmlns:a="http://schemas.openxmlformats.org/drawingml/2006/main">
              <a:ext uri="{FF2B5EF4-FFF2-40B4-BE49-F238E27FC236}">
                <a16:creationId xmlns:a16="http://schemas.microsoft.com/office/drawing/2014/main" id="{EEF9C6F0-7B99-4B9C-BF6B-FC05D01109FB}"/>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D5C24209-D89C-4239-986D-228E80331774}"/>
              </a:ext>
            </a:extLst>
          </p:cNvPr>
          <p:cNvSpPr>
            <a:spLocks xmlns:a="http://schemas.openxmlformats.org/drawingml/2006/main" noGrp="1"/>
          </p:cNvSpPr>
          <p:nvPr/>
        </p:nvSpPr>
        <p:spPr>
          <a:xfrm xmlns:a="http://schemas.openxmlformats.org/drawingml/2006/main">
            <a:off x="571500" y="1666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ACT I</a:t>
            </a:r>
          </a:p>
        </p:txBody>
      </p:sp>
      <p:sp>
        <p:nvSpPr>
          <p:cNvPr id="7" name="">
            <a:extLst xmlns:a="http://schemas.openxmlformats.org/drawingml/2006/main">
              <a:ext uri="{FF2B5EF4-FFF2-40B4-BE49-F238E27FC236}">
                <a16:creationId xmlns:a16="http://schemas.microsoft.com/office/drawing/2014/main" id="{7076DE16-124C-445E-BB9C-0F7AD3777998}"/>
              </a:ext>
            </a:extLst>
          </p:cNvPr>
          <p:cNvSpPr>
            <a:spLocks xmlns:a="http://schemas.openxmlformats.org/drawingml/2006/main" noGrp="1"/>
          </p:cNvSpPr>
          <p:nvPr/>
        </p:nvSpPr>
        <p:spPr>
          <a:xfrm xmlns:a="http://schemas.openxmlformats.org/drawingml/2006/main">
            <a:off x="571500" y="2143125"/>
            <a:ext cx="2857500" cy="38100"/>
          </a:xfrm>
          <a:prstGeom xmlns:a="http://schemas.openxmlformats.org/drawingml/2006/main" prst="rect">
            <a:avLst/>
          </a:prstGeom>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B88371-A162-4CE9-805D-697F49D97013}"/>
              </a:ext>
            </a:extLst>
          </p:cNvPr>
          <p:cNvSpPr>
            <a:spLocks xmlns:a="http://schemas.openxmlformats.org/drawingml/2006/main" noGrp="1"/>
          </p:cNvSpPr>
          <p:nvPr/>
        </p:nvSpPr>
        <p:spPr>
          <a:xfrm xmlns:a="http://schemas.openxmlformats.org/drawingml/2006/main">
            <a:off x="571500" y="2428875"/>
            <a:ext cx="3143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1ECDD"/>
                </a:solidFill>
                <a:latin typeface="Bitstream Charter"/>
                <a:ea typeface="Bitstream Charter"/>
                <a:cs typeface="Bitstream Charter"/>
              </a:defRPr>
            </a:pPr>
            <a:r>
              <a:rPr sz="1500" b="0">
                <a:solidFill>
                  <a:srgbClr val="F1ECDD"/>
                </a:solidFill>
                <a:latin typeface="Bitstream Charter"/>
                <a:ea typeface="Bitstream Charter"/>
                <a:cs typeface="Bitstream Charter"/>
              </a:rPr>
              <a:t>In Vienna, Kat defeats opposition to Article 7 and reconnects with Markus through a private book cipher. Carl assigns them to expose a Balkan mole in Bucharest.</a:t>
            </a:r>
          </a:p>
        </p:txBody>
      </p:sp>
      <p:sp>
        <p:nvSpPr>
          <p:cNvPr id="9" name="">
            <a:extLst xmlns:a="http://schemas.openxmlformats.org/drawingml/2006/main">
              <a:ext uri="{FF2B5EF4-FFF2-40B4-BE49-F238E27FC236}">
                <a16:creationId xmlns:a16="http://schemas.microsoft.com/office/drawing/2014/main" id="{29984661-6E79-4C29-AE3C-42FD21D3C559}"/>
              </a:ext>
            </a:extLst>
          </p:cNvPr>
          <p:cNvSpPr>
            <a:spLocks xmlns:a="http://schemas.openxmlformats.org/drawingml/2006/main" noGrp="1"/>
          </p:cNvSpPr>
          <p:nvPr/>
        </p:nvSpPr>
        <p:spPr>
          <a:xfrm xmlns:a="http://schemas.openxmlformats.org/drawingml/2006/main">
            <a:off x="4171950" y="1666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ACT II</a:t>
            </a:r>
          </a:p>
        </p:txBody>
      </p:sp>
      <p:sp>
        <p:nvSpPr>
          <p:cNvPr id="10" name="">
            <a:extLst xmlns:a="http://schemas.openxmlformats.org/drawingml/2006/main">
              <a:ext uri="{FF2B5EF4-FFF2-40B4-BE49-F238E27FC236}">
                <a16:creationId xmlns:a16="http://schemas.microsoft.com/office/drawing/2014/main" id="{204DE5EC-A45D-4007-8C60-321C1A7B0156}"/>
              </a:ext>
            </a:extLst>
          </p:cNvPr>
          <p:cNvSpPr>
            <a:spLocks xmlns:a="http://schemas.openxmlformats.org/drawingml/2006/main" noGrp="1"/>
          </p:cNvSpPr>
          <p:nvPr/>
        </p:nvSpPr>
        <p:spPr>
          <a:xfrm xmlns:a="http://schemas.openxmlformats.org/drawingml/2006/main">
            <a:off x="4171950" y="2143125"/>
            <a:ext cx="2857500" cy="38100"/>
          </a:xfrm>
          <a:prstGeom xmlns:a="http://schemas.openxmlformats.org/drawingml/2006/main" prst="rect">
            <a:avLst/>
          </a:prstGeom>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1D6D2E-DA75-42C6-94B7-3CDAA33556AF}"/>
              </a:ext>
            </a:extLst>
          </p:cNvPr>
          <p:cNvSpPr>
            <a:spLocks xmlns:a="http://schemas.openxmlformats.org/drawingml/2006/main" noGrp="1"/>
          </p:cNvSpPr>
          <p:nvPr/>
        </p:nvSpPr>
        <p:spPr>
          <a:xfrm xmlns:a="http://schemas.openxmlformats.org/drawingml/2006/main">
            <a:off x="4171950" y="2428875"/>
            <a:ext cx="3143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1ECDD"/>
                </a:solidFill>
                <a:latin typeface="Bitstream Charter"/>
                <a:ea typeface="Bitstream Charter"/>
                <a:cs typeface="Bitstream Charter"/>
              </a:defRPr>
            </a:pPr>
            <a:r>
              <a:rPr sz="1500" b="0">
                <a:solidFill>
                  <a:srgbClr val="F1ECDD"/>
                </a:solidFill>
                <a:latin typeface="Bitstream Charter"/>
                <a:ea typeface="Bitstream Charter"/>
                <a:cs typeface="Bitstream Charter"/>
              </a:rPr>
              <a:t>The trail drives them south to Giurgiu, where an ambush targets everyone around Kat while keeping her alive. Markus falls into the Danube and Carl arrives as rescuer.</a:t>
            </a:r>
          </a:p>
        </p:txBody>
      </p:sp>
      <p:sp>
        <p:nvSpPr>
          <p:cNvPr id="12" name="">
            <a:extLst xmlns:a="http://schemas.openxmlformats.org/drawingml/2006/main">
              <a:ext uri="{FF2B5EF4-FFF2-40B4-BE49-F238E27FC236}">
                <a16:creationId xmlns:a16="http://schemas.microsoft.com/office/drawing/2014/main" id="{4DCE6CE2-0DEB-4F4F-90C5-5A2BD45B0BAE}"/>
              </a:ext>
            </a:extLst>
          </p:cNvPr>
          <p:cNvSpPr>
            <a:spLocks xmlns:a="http://schemas.openxmlformats.org/drawingml/2006/main" noGrp="1"/>
          </p:cNvSpPr>
          <p:nvPr/>
        </p:nvSpPr>
        <p:spPr>
          <a:xfrm xmlns:a="http://schemas.openxmlformats.org/drawingml/2006/main">
            <a:off x="7772400" y="1666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ACT III</a:t>
            </a:r>
          </a:p>
        </p:txBody>
      </p:sp>
      <p:sp>
        <p:nvSpPr>
          <p:cNvPr id="13" name="">
            <a:extLst xmlns:a="http://schemas.openxmlformats.org/drawingml/2006/main">
              <a:ext uri="{FF2B5EF4-FFF2-40B4-BE49-F238E27FC236}">
                <a16:creationId xmlns:a16="http://schemas.microsoft.com/office/drawing/2014/main" id="{F4DBAEE6-CC20-48DC-B079-E4F4E62D277E}"/>
              </a:ext>
            </a:extLst>
          </p:cNvPr>
          <p:cNvSpPr>
            <a:spLocks xmlns:a="http://schemas.openxmlformats.org/drawingml/2006/main" noGrp="1"/>
          </p:cNvSpPr>
          <p:nvPr/>
        </p:nvSpPr>
        <p:spPr>
          <a:xfrm xmlns:a="http://schemas.openxmlformats.org/drawingml/2006/main">
            <a:off x="7772400" y="2143125"/>
            <a:ext cx="2857500" cy="38100"/>
          </a:xfrm>
          <a:prstGeom xmlns:a="http://schemas.openxmlformats.org/drawingml/2006/main" prst="rect">
            <a:avLst/>
          </a:prstGeom>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CE86A06-5649-4C10-B2F5-224DACA38FF2}"/>
              </a:ext>
            </a:extLst>
          </p:cNvPr>
          <p:cNvSpPr>
            <a:spLocks xmlns:a="http://schemas.openxmlformats.org/drawingml/2006/main" noGrp="1"/>
          </p:cNvSpPr>
          <p:nvPr/>
        </p:nvSpPr>
        <p:spPr>
          <a:xfrm xmlns:a="http://schemas.openxmlformats.org/drawingml/2006/main">
            <a:off x="7772400" y="2428875"/>
            <a:ext cx="3143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1ECDD"/>
                </a:solidFill>
                <a:latin typeface="Bitstream Charter"/>
                <a:ea typeface="Bitstream Charter"/>
                <a:cs typeface="Bitstream Charter"/>
              </a:defRPr>
            </a:pPr>
            <a:r>
              <a:rPr sz="1500" b="0">
                <a:solidFill>
                  <a:srgbClr val="F1ECDD"/>
                </a:solidFill>
                <a:latin typeface="Bitstream Charter"/>
                <a:ea typeface="Bitstream Charter"/>
                <a:cs typeface="Bitstream Charter"/>
              </a:rPr>
              <a:t>Kat follows the money back to Carl. He turns her mother and Dr. Shaw into an intervention, then conditions Kat to distrust her memories. Six months later, her hand finds Page 41.</a:t>
            </a:r>
          </a:p>
        </p:txBody>
      </p:sp>
      <p:sp>
        <p:nvSpPr>
          <p:cNvPr id="15" name="">
            <a:extLst xmlns:a="http://schemas.openxmlformats.org/drawingml/2006/main">
              <a:ext uri="{FF2B5EF4-FFF2-40B4-BE49-F238E27FC236}">
                <a16:creationId xmlns:a16="http://schemas.microsoft.com/office/drawing/2014/main" id="{BCAA05BC-360E-4AF3-9EA4-585AE41F893D}"/>
              </a:ext>
            </a:extLst>
          </p:cNvPr>
          <p:cNvSpPr>
            <a:spLocks xmlns:a="http://schemas.openxmlformats.org/drawingml/2006/main" noGrp="1"/>
          </p:cNvSpPr>
          <p:nvPr/>
        </p:nvSpPr>
        <p:spPr>
          <a:xfrm xmlns:a="http://schemas.openxmlformats.org/drawingml/2006/main">
            <a:off x="666750" y="5381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9CA7AE"/>
                </a:solidFill>
                <a:latin typeface="Bitstream Charter"/>
                <a:ea typeface="Bitstream Charter"/>
                <a:cs typeface="Bitstream Charter"/>
              </a:defRPr>
            </a:pPr>
            <a:r>
              <a:rPr sz="1275" b="1">
                <a:solidFill>
                  <a:srgbClr val="9CA7AE"/>
                </a:solidFill>
                <a:latin typeface="Bitstream Charter"/>
                <a:ea typeface="Bitstream Charter"/>
                <a:cs typeface="Bitstream Charter"/>
              </a:rPr>
              <a:t>FINAL IMAGE</a:t>
            </a:r>
          </a:p>
        </p:txBody>
      </p:sp>
      <p:sp>
        <p:nvSpPr>
          <p:cNvPr id="16" name="">
            <a:extLst xmlns:a="http://schemas.openxmlformats.org/drawingml/2006/main">
              <a:ext uri="{FF2B5EF4-FFF2-40B4-BE49-F238E27FC236}">
                <a16:creationId xmlns:a16="http://schemas.microsoft.com/office/drawing/2014/main" id="{290BE21A-13AC-4B13-9F5D-C6ABDE02D5B5}"/>
              </a:ext>
            </a:extLst>
          </p:cNvPr>
          <p:cNvSpPr>
            <a:spLocks xmlns:a="http://schemas.openxmlformats.org/drawingml/2006/main" noGrp="1"/>
          </p:cNvSpPr>
          <p:nvPr/>
        </p:nvSpPr>
        <p:spPr>
          <a:xfrm xmlns:a="http://schemas.openxmlformats.org/drawingml/2006/main">
            <a:off x="2428875" y="5286375"/>
            <a:ext cx="895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Fresh marks reveal the ghost of an earlier warning. Kat has awakened before.</a:t>
            </a:r>
          </a:p>
        </p:txBody>
      </p:sp>
    </p:spTree>
    <p:extLst>
      <p:ext uri="{BB962C8B-B14F-4D97-AF65-F5344CB8AC3E}">
        <p14:creationId xmlns:p14="http://schemas.microsoft.com/office/powerpoint/2010/main" val="1249972811"/>
      </p:ext>
    </p:extLst>
  </p:cSld>
</p:sld>
</file>

<file path=ppt/slides/slide9.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51FEF07-8642-4DB3-93F0-4A0B9A3728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B1B8D9-96DF-4D5E-9C62-F7826C8A4469}"/>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09</a:t>
            </a:r>
          </a:p>
        </p:txBody>
      </p:sp>
      <p:sp>
        <p:nvSpPr>
          <p:cNvPr id="3" name="">
            <a:extLst xmlns:a="http://schemas.openxmlformats.org/drawingml/2006/main">
              <a:ext uri="{FF2B5EF4-FFF2-40B4-BE49-F238E27FC236}">
                <a16:creationId xmlns:a16="http://schemas.microsoft.com/office/drawing/2014/main" id="{14A45040-56A1-4720-B9B4-0AABB3A0E9C2}"/>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Visual Style</a:t>
            </a:r>
          </a:p>
        </p:txBody>
      </p:sp>
      <p:sp>
        <p:nvSpPr>
          <p:cNvPr id="4" name="">
            <a:extLst xmlns:a="http://schemas.openxmlformats.org/drawingml/2006/main">
              <a:ext uri="{FF2B5EF4-FFF2-40B4-BE49-F238E27FC236}">
                <a16:creationId xmlns:a16="http://schemas.microsoft.com/office/drawing/2014/main" id="{EDC02C6D-C8D9-45F4-8C07-5F2F4872BDED}"/>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Old-world espionage meets clinical psychological control</a:t>
            </a:r>
          </a:p>
        </p:txBody>
      </p:sp>
      <p:sp>
        <p:nvSpPr>
          <p:cNvPr id="5" name="">
            <a:extLst xmlns:a="http://schemas.openxmlformats.org/drawingml/2006/main">
              <a:ext uri="{FF2B5EF4-FFF2-40B4-BE49-F238E27FC236}">
                <a16:creationId xmlns:a16="http://schemas.microsoft.com/office/drawing/2014/main" id="{BCB7D8A3-3FFD-4172-885C-CA49E99E224C}"/>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40704D35-4031-4B03-B940-68598167DA86}"/>
              </a:ext>
            </a:extLst>
          </p:cNvPr>
          <p:cNvSpPr>
            <a:spLocks xmlns:a="http://schemas.openxmlformats.org/drawingml/2006/main" noGrp="1"/>
          </p:cNvSpPr>
          <p:nvPr/>
        </p:nvSpPr>
        <p:spPr>
          <a:xfrm xmlns:a="http://schemas.openxmlformats.org/drawingml/2006/main">
            <a:off x="714375" y="16192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DIPLOMATIC GRANDEUR</a:t>
            </a:r>
          </a:p>
        </p:txBody>
      </p:sp>
      <p:sp>
        <p:nvSpPr>
          <p:cNvPr id="7" name="">
            <a:extLst xmlns:a="http://schemas.openxmlformats.org/drawingml/2006/main">
              <a:ext uri="{FF2B5EF4-FFF2-40B4-BE49-F238E27FC236}">
                <a16:creationId xmlns:a16="http://schemas.microsoft.com/office/drawing/2014/main" id="{3025F7BD-1B35-423A-A842-4A617D7B7163}"/>
              </a:ext>
            </a:extLst>
          </p:cNvPr>
          <p:cNvSpPr>
            <a:spLocks xmlns:a="http://schemas.openxmlformats.org/drawingml/2006/main" noGrp="1"/>
          </p:cNvSpPr>
          <p:nvPr/>
        </p:nvSpPr>
        <p:spPr>
          <a:xfrm xmlns:a="http://schemas.openxmlformats.org/drawingml/2006/main">
            <a:off x="4286250" y="16192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1ECDD"/>
                </a:solidFill>
                <a:latin typeface="Bitstream Charter"/>
                <a:ea typeface="Bitstream Charter"/>
                <a:cs typeface="Bitstream Charter"/>
              </a:defRPr>
            </a:pPr>
            <a:r>
              <a:rPr sz="1425" b="0">
                <a:solidFill>
                  <a:srgbClr val="F1ECDD"/>
                </a:solidFill>
                <a:latin typeface="Bitstream Charter"/>
                <a:ea typeface="Bitstream Charter"/>
                <a:cs typeface="Bitstream Charter"/>
              </a:rPr>
              <a:t>Vienna stone, hearing rooms, tailored restraint</a:t>
            </a:r>
          </a:p>
        </p:txBody>
      </p:sp>
      <p:sp>
        <p:nvSpPr>
          <p:cNvPr id="8" name="">
            <a:extLst xmlns:a="http://schemas.openxmlformats.org/drawingml/2006/main">
              <a:ext uri="{FF2B5EF4-FFF2-40B4-BE49-F238E27FC236}">
                <a16:creationId xmlns:a16="http://schemas.microsoft.com/office/drawing/2014/main" id="{4D3182F8-B45A-4376-81C0-5B260DDE9B13}"/>
              </a:ext>
            </a:extLst>
          </p:cNvPr>
          <p:cNvSpPr>
            <a:spLocks xmlns:a="http://schemas.openxmlformats.org/drawingml/2006/main" noGrp="1"/>
          </p:cNvSpPr>
          <p:nvPr/>
        </p:nvSpPr>
        <p:spPr>
          <a:xfrm xmlns:a="http://schemas.openxmlformats.org/drawingml/2006/main">
            <a:off x="714375" y="24574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INDUSTRIAL NIGHT</a:t>
            </a:r>
          </a:p>
        </p:txBody>
      </p:sp>
      <p:sp>
        <p:nvSpPr>
          <p:cNvPr id="9" name="">
            <a:extLst xmlns:a="http://schemas.openxmlformats.org/drawingml/2006/main">
              <a:ext uri="{FF2B5EF4-FFF2-40B4-BE49-F238E27FC236}">
                <a16:creationId xmlns:a16="http://schemas.microsoft.com/office/drawing/2014/main" id="{770E1EA4-5E0E-4996-B977-980E2F40C7C1}"/>
              </a:ext>
            </a:extLst>
          </p:cNvPr>
          <p:cNvSpPr>
            <a:spLocks xmlns:a="http://schemas.openxmlformats.org/drawingml/2006/main" noGrp="1"/>
          </p:cNvSpPr>
          <p:nvPr/>
        </p:nvSpPr>
        <p:spPr>
          <a:xfrm xmlns:a="http://schemas.openxmlformats.org/drawingml/2006/main">
            <a:off x="4286250" y="24574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1ECDD"/>
                </a:solidFill>
                <a:latin typeface="Bitstream Charter"/>
                <a:ea typeface="Bitstream Charter"/>
                <a:cs typeface="Bitstream Charter"/>
              </a:defRPr>
            </a:pPr>
            <a:r>
              <a:rPr sz="1425" b="0">
                <a:solidFill>
                  <a:srgbClr val="F1ECDD"/>
                </a:solidFill>
                <a:latin typeface="Bitstream Charter"/>
                <a:ea typeface="Bitstream Charter"/>
                <a:cs typeface="Bitstream Charter"/>
              </a:rPr>
              <a:t>Giurgiu steel, black water, sodium light</a:t>
            </a:r>
          </a:p>
        </p:txBody>
      </p:sp>
      <p:sp>
        <p:nvSpPr>
          <p:cNvPr id="10" name="">
            <a:extLst xmlns:a="http://schemas.openxmlformats.org/drawingml/2006/main">
              <a:ext uri="{FF2B5EF4-FFF2-40B4-BE49-F238E27FC236}">
                <a16:creationId xmlns:a16="http://schemas.microsoft.com/office/drawing/2014/main" id="{B76250E6-FB2C-4A55-BDF4-2F4B4979D2C8}"/>
              </a:ext>
            </a:extLst>
          </p:cNvPr>
          <p:cNvSpPr>
            <a:spLocks xmlns:a="http://schemas.openxmlformats.org/drawingml/2006/main" noGrp="1"/>
          </p:cNvSpPr>
          <p:nvPr/>
        </p:nvSpPr>
        <p:spPr>
          <a:xfrm xmlns:a="http://schemas.openxmlformats.org/drawingml/2006/main">
            <a:off x="714375" y="32956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CLINICAL WHITE</a:t>
            </a:r>
          </a:p>
        </p:txBody>
      </p:sp>
      <p:sp>
        <p:nvSpPr>
          <p:cNvPr id="11" name="">
            <a:extLst xmlns:a="http://schemas.openxmlformats.org/drawingml/2006/main">
              <a:ext uri="{FF2B5EF4-FFF2-40B4-BE49-F238E27FC236}">
                <a16:creationId xmlns:a16="http://schemas.microsoft.com/office/drawing/2014/main" id="{0D32C090-21DA-4E5E-8F66-F4C40817236D}"/>
              </a:ext>
            </a:extLst>
          </p:cNvPr>
          <p:cNvSpPr>
            <a:spLocks xmlns:a="http://schemas.openxmlformats.org/drawingml/2006/main" noGrp="1"/>
          </p:cNvSpPr>
          <p:nvPr/>
        </p:nvSpPr>
        <p:spPr>
          <a:xfrm xmlns:a="http://schemas.openxmlformats.org/drawingml/2006/main">
            <a:off x="4286250" y="32956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1ECDD"/>
                </a:solidFill>
                <a:latin typeface="Bitstream Charter"/>
                <a:ea typeface="Bitstream Charter"/>
                <a:cs typeface="Bitstream Charter"/>
              </a:defRPr>
            </a:pPr>
            <a:r>
              <a:rPr sz="1425" b="0">
                <a:solidFill>
                  <a:srgbClr val="F1ECDD"/>
                </a:solidFill>
                <a:latin typeface="Bitstream Charter"/>
                <a:ea typeface="Bitstream Charter"/>
                <a:cs typeface="Bitstream Charter"/>
              </a:rPr>
              <a:t>Treatment rooms where comfort becomes coercion</a:t>
            </a:r>
          </a:p>
        </p:txBody>
      </p:sp>
      <p:sp>
        <p:nvSpPr>
          <p:cNvPr id="12" name="">
            <a:extLst xmlns:a="http://schemas.openxmlformats.org/drawingml/2006/main">
              <a:ext uri="{FF2B5EF4-FFF2-40B4-BE49-F238E27FC236}">
                <a16:creationId xmlns:a16="http://schemas.microsoft.com/office/drawing/2014/main" id="{158C8E94-77C8-496C-8FA2-348F33BFB8ED}"/>
              </a:ext>
            </a:extLst>
          </p:cNvPr>
          <p:cNvSpPr>
            <a:spLocks xmlns:a="http://schemas.openxmlformats.org/drawingml/2006/main" noGrp="1"/>
          </p:cNvSpPr>
          <p:nvPr/>
        </p:nvSpPr>
        <p:spPr>
          <a:xfrm xmlns:a="http://schemas.openxmlformats.org/drawingml/2006/main">
            <a:off x="714375" y="41338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CLASSIFIED PAPER</a:t>
            </a:r>
          </a:p>
        </p:txBody>
      </p:sp>
      <p:sp>
        <p:nvSpPr>
          <p:cNvPr id="13" name="">
            <a:extLst xmlns:a="http://schemas.openxmlformats.org/drawingml/2006/main">
              <a:ext uri="{FF2B5EF4-FFF2-40B4-BE49-F238E27FC236}">
                <a16:creationId xmlns:a16="http://schemas.microsoft.com/office/drawing/2014/main" id="{4804708F-93D9-43CC-AF2D-29E6C1BE5AFE}"/>
              </a:ext>
            </a:extLst>
          </p:cNvPr>
          <p:cNvSpPr>
            <a:spLocks xmlns:a="http://schemas.openxmlformats.org/drawingml/2006/main" noGrp="1"/>
          </p:cNvSpPr>
          <p:nvPr/>
        </p:nvSpPr>
        <p:spPr>
          <a:xfrm xmlns:a="http://schemas.openxmlformats.org/drawingml/2006/main">
            <a:off x="4286250" y="41338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1ECDD"/>
                </a:solidFill>
                <a:latin typeface="Bitstream Charter"/>
                <a:ea typeface="Bitstream Charter"/>
                <a:cs typeface="Bitstream Charter"/>
              </a:defRPr>
            </a:pPr>
            <a:r>
              <a:rPr sz="1425" b="0">
                <a:solidFill>
                  <a:srgbClr val="F1ECDD"/>
                </a:solidFill>
                <a:latin typeface="Bitstream Charter"/>
                <a:ea typeface="Bitstream Charter"/>
                <a:cs typeface="Bitstream Charter"/>
              </a:rPr>
              <a:t>Redactions, pressure marks, page numbers, carbon copies</a:t>
            </a:r>
          </a:p>
        </p:txBody>
      </p:sp>
      <p:sp>
        <p:nvSpPr>
          <p:cNvPr id="14" name="">
            <a:extLst xmlns:a="http://schemas.openxmlformats.org/drawingml/2006/main">
              <a:ext uri="{FF2B5EF4-FFF2-40B4-BE49-F238E27FC236}">
                <a16:creationId xmlns:a16="http://schemas.microsoft.com/office/drawing/2014/main" id="{80AF2A14-1F20-4B21-8B8B-8280F1BF250E}"/>
              </a:ext>
            </a:extLst>
          </p:cNvPr>
          <p:cNvSpPr>
            <a:spLocks xmlns:a="http://schemas.openxmlformats.org/drawingml/2006/main" noGrp="1"/>
          </p:cNvSpPr>
          <p:nvPr/>
        </p:nvSpPr>
        <p:spPr>
          <a:xfrm xmlns:a="http://schemas.openxmlformats.org/drawingml/2006/main">
            <a:off x="714375" y="49720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C9393F"/>
                </a:solidFill>
                <a:latin typeface="Bitstream Charter"/>
                <a:ea typeface="Bitstream Charter"/>
                <a:cs typeface="Bitstream Charter"/>
              </a:defRPr>
            </a:pPr>
            <a:r>
              <a:rPr sz="1500" b="1">
                <a:solidFill>
                  <a:srgbClr val="C9393F"/>
                </a:solidFill>
                <a:latin typeface="Bitstream Charter"/>
                <a:ea typeface="Bitstream Charter"/>
                <a:cs typeface="Bitstream Charter"/>
              </a:rPr>
              <a:t>BODILY MEMORY</a:t>
            </a:r>
          </a:p>
        </p:txBody>
      </p:sp>
      <p:sp>
        <p:nvSpPr>
          <p:cNvPr id="15" name="">
            <a:extLst xmlns:a="http://schemas.openxmlformats.org/drawingml/2006/main">
              <a:ext uri="{FF2B5EF4-FFF2-40B4-BE49-F238E27FC236}">
                <a16:creationId xmlns:a16="http://schemas.microsoft.com/office/drawing/2014/main" id="{1036EA60-7A9C-4EAB-8F3B-F7D79591D022}"/>
              </a:ext>
            </a:extLst>
          </p:cNvPr>
          <p:cNvSpPr>
            <a:spLocks xmlns:a="http://schemas.openxmlformats.org/drawingml/2006/main" noGrp="1"/>
          </p:cNvSpPr>
          <p:nvPr/>
        </p:nvSpPr>
        <p:spPr>
          <a:xfrm xmlns:a="http://schemas.openxmlformats.org/drawingml/2006/main">
            <a:off x="4286250" y="497205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1ECDD"/>
                </a:solidFill>
                <a:latin typeface="Bitstream Charter"/>
                <a:ea typeface="Bitstream Charter"/>
                <a:cs typeface="Bitstream Charter"/>
              </a:defRPr>
            </a:pPr>
            <a:r>
              <a:rPr sz="1425" b="0">
                <a:solidFill>
                  <a:srgbClr val="F1ECDD"/>
                </a:solidFill>
                <a:latin typeface="Bitstream Charter"/>
                <a:ea typeface="Bitstream Charter"/>
                <a:cs typeface="Bitstream Charter"/>
              </a:rPr>
              <a:t>Tapping fingers, scar tissue, the edelweiss pin</a:t>
            </a:r>
          </a:p>
        </p:txBody>
      </p:sp>
      <p:sp>
        <p:nvSpPr>
          <p:cNvPr id="16" name="">
            <a:extLst xmlns:a="http://schemas.openxmlformats.org/drawingml/2006/main">
              <a:ext uri="{FF2B5EF4-FFF2-40B4-BE49-F238E27FC236}">
                <a16:creationId xmlns:a16="http://schemas.microsoft.com/office/drawing/2014/main" id="{97B15AB1-97C3-4EEE-841D-9CA80F35EEE3}"/>
              </a:ext>
            </a:extLst>
          </p:cNvPr>
          <p:cNvSpPr>
            <a:spLocks xmlns:a="http://schemas.openxmlformats.org/drawingml/2006/main" noGrp="1"/>
          </p:cNvSpPr>
          <p:nvPr/>
        </p:nvSpPr>
        <p:spPr>
          <a:xfrm xmlns:a="http://schemas.openxmlformats.org/drawingml/2006/main">
            <a:off x="762000" y="5953125"/>
            <a:ext cx="1428750" cy="171450"/>
          </a:xfrm>
          <a:prstGeom xmlns:a="http://schemas.openxmlformats.org/drawingml/2006/main" prst="rect">
            <a:avLst/>
          </a:prstGeom>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1C07801-14C7-4C31-9B8E-A8AED74AEEAB}"/>
              </a:ext>
            </a:extLst>
          </p:cNvPr>
          <p:cNvSpPr>
            <a:spLocks xmlns:a="http://schemas.openxmlformats.org/drawingml/2006/main" noGrp="1"/>
          </p:cNvSpPr>
          <p:nvPr/>
        </p:nvSpPr>
        <p:spPr>
          <a:xfrm xmlns:a="http://schemas.openxmlformats.org/drawingml/2006/main">
            <a:off x="2381250" y="5953125"/>
            <a:ext cx="1428750" cy="171450"/>
          </a:xfrm>
          <a:prstGeom xmlns:a="http://schemas.openxmlformats.org/drawingml/2006/main" prst="rect">
            <a:avLst/>
          </a:prstGeom>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6E6C0A7-D3FD-4A81-BE26-3EAFF18527D7}"/>
              </a:ext>
            </a:extLst>
          </p:cNvPr>
          <p:cNvSpPr>
            <a:spLocks xmlns:a="http://schemas.openxmlformats.org/drawingml/2006/main" noGrp="1"/>
          </p:cNvSpPr>
          <p:nvPr/>
        </p:nvSpPr>
        <p:spPr>
          <a:xfrm xmlns:a="http://schemas.openxmlformats.org/drawingml/2006/main">
            <a:off x="4000500" y="5953125"/>
            <a:ext cx="1428750" cy="171450"/>
          </a:xfrm>
          <a:prstGeom xmlns:a="http://schemas.openxmlformats.org/drawingml/2006/main" prst="rect">
            <a:avLst/>
          </a:prstGeom>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3668717-D3AA-431E-8CD5-598FA938D5B1}"/>
              </a:ext>
            </a:extLst>
          </p:cNvPr>
          <p:cNvSpPr>
            <a:spLocks xmlns:a="http://schemas.openxmlformats.org/drawingml/2006/main" noGrp="1"/>
          </p:cNvSpPr>
          <p:nvPr/>
        </p:nvSpPr>
        <p:spPr>
          <a:xfrm xmlns:a="http://schemas.openxmlformats.org/drawingml/2006/main">
            <a:off x="5619750" y="5953125"/>
            <a:ext cx="1428750" cy="171450"/>
          </a:xfrm>
          <a:prstGeom xmlns:a="http://schemas.openxmlformats.org/drawingml/2006/main" prst="rect">
            <a:avLst/>
          </a:prstGeom>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3DB536E-1C86-4C05-9F95-2D7D076D1C4D}"/>
              </a:ext>
            </a:extLst>
          </p:cNvPr>
          <p:cNvSpPr>
            <a:spLocks xmlns:a="http://schemas.openxmlformats.org/drawingml/2006/main" noGrp="1"/>
          </p:cNvSpPr>
          <p:nvPr/>
        </p:nvSpPr>
        <p:spPr>
          <a:xfrm xmlns:a="http://schemas.openxmlformats.org/drawingml/2006/main">
            <a:off x="7239000" y="5953125"/>
            <a:ext cx="1428750" cy="171450"/>
          </a:xfrm>
          <a:prstGeom xmlns:a="http://schemas.openxmlformats.org/drawingml/2006/main" prst="rect">
            <a:avLst/>
          </a:prstGeom>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D9C75C8-6946-4C04-8825-B60435E4DB08}"/>
              </a:ext>
            </a:extLst>
          </p:cNvPr>
          <p:cNvSpPr>
            <a:spLocks xmlns:a="http://schemas.openxmlformats.org/drawingml/2006/main" noGrp="1"/>
          </p:cNvSpPr>
          <p:nvPr/>
        </p:nvSpPr>
        <p:spPr>
          <a:xfrm xmlns:a="http://schemas.openxmlformats.org/drawingml/2006/main">
            <a:off x="762000" y="61436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ctr">
              <a:defRPr sz="825" b="0">
                <a:solidFill>
                  <a:srgbClr val="9CA7AE"/>
                </a:solidFill>
                <a:latin typeface="Bitstream Charter"/>
                <a:ea typeface="Bitstream Charter"/>
                <a:cs typeface="Bitstream Charter"/>
              </a:defRPr>
            </a:pPr>
            <a:r>
              <a:rPr sz="825" b="0">
                <a:solidFill>
                  <a:srgbClr val="9CA7AE"/>
                </a:solidFill>
                <a:latin typeface="Bitstream Charter"/>
                <a:ea typeface="Bitstream Charter"/>
                <a:cs typeface="Bitstream Charter"/>
              </a:rPr>
              <a:t>Navy</a:t>
            </a:r>
          </a:p>
        </p:txBody>
      </p:sp>
      <p:sp>
        <p:nvSpPr>
          <p:cNvPr id="22" name="">
            <a:extLst xmlns:a="http://schemas.openxmlformats.org/drawingml/2006/main">
              <a:ext uri="{FF2B5EF4-FFF2-40B4-BE49-F238E27FC236}">
                <a16:creationId xmlns:a16="http://schemas.microsoft.com/office/drawing/2014/main" id="{904B2AC5-A280-4475-B4E6-80C480FDB0A7}"/>
              </a:ext>
            </a:extLst>
          </p:cNvPr>
          <p:cNvSpPr>
            <a:spLocks xmlns:a="http://schemas.openxmlformats.org/drawingml/2006/main" noGrp="1"/>
          </p:cNvSpPr>
          <p:nvPr/>
        </p:nvSpPr>
        <p:spPr>
          <a:xfrm xmlns:a="http://schemas.openxmlformats.org/drawingml/2006/main">
            <a:off x="2381250" y="61436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ctr">
              <a:defRPr sz="825" b="0">
                <a:solidFill>
                  <a:srgbClr val="9CA7AE"/>
                </a:solidFill>
                <a:latin typeface="Bitstream Charter"/>
                <a:ea typeface="Bitstream Charter"/>
                <a:cs typeface="Bitstream Charter"/>
              </a:defRPr>
            </a:pPr>
            <a:r>
              <a:rPr sz="825" b="0">
                <a:solidFill>
                  <a:srgbClr val="9CA7AE"/>
                </a:solidFill>
                <a:latin typeface="Bitstream Charter"/>
                <a:ea typeface="Bitstream Charter"/>
                <a:cs typeface="Bitstream Charter"/>
              </a:rPr>
              <a:t>Steel</a:t>
            </a:r>
          </a:p>
        </p:txBody>
      </p:sp>
      <p:sp>
        <p:nvSpPr>
          <p:cNvPr id="23" name="">
            <a:extLst xmlns:a="http://schemas.openxmlformats.org/drawingml/2006/main">
              <a:ext uri="{FF2B5EF4-FFF2-40B4-BE49-F238E27FC236}">
                <a16:creationId xmlns:a16="http://schemas.microsoft.com/office/drawing/2014/main" id="{07358286-5D11-445B-B0F6-2F7B087C2A9B}"/>
              </a:ext>
            </a:extLst>
          </p:cNvPr>
          <p:cNvSpPr>
            <a:spLocks xmlns:a="http://schemas.openxmlformats.org/drawingml/2006/main" noGrp="1"/>
          </p:cNvSpPr>
          <p:nvPr/>
        </p:nvSpPr>
        <p:spPr>
          <a:xfrm xmlns:a="http://schemas.openxmlformats.org/drawingml/2006/main">
            <a:off x="4000500" y="61436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ctr">
              <a:defRPr sz="825" b="0">
                <a:solidFill>
                  <a:srgbClr val="9CA7AE"/>
                </a:solidFill>
                <a:latin typeface="Bitstream Charter"/>
                <a:ea typeface="Bitstream Charter"/>
                <a:cs typeface="Bitstream Charter"/>
              </a:defRPr>
            </a:pPr>
            <a:r>
              <a:rPr sz="825" b="0">
                <a:solidFill>
                  <a:srgbClr val="9CA7AE"/>
                </a:solidFill>
                <a:latin typeface="Bitstream Charter"/>
                <a:ea typeface="Bitstream Charter"/>
                <a:cs typeface="Bitstream Charter"/>
              </a:rPr>
              <a:t>Paper</a:t>
            </a:r>
          </a:p>
        </p:txBody>
      </p:sp>
      <p:sp>
        <p:nvSpPr>
          <p:cNvPr id="24" name="">
            <a:extLst xmlns:a="http://schemas.openxmlformats.org/drawingml/2006/main">
              <a:ext uri="{FF2B5EF4-FFF2-40B4-BE49-F238E27FC236}">
                <a16:creationId xmlns:a16="http://schemas.microsoft.com/office/drawing/2014/main" id="{A0920347-DDDF-475F-AB13-70C0D4D4E531}"/>
              </a:ext>
            </a:extLst>
          </p:cNvPr>
          <p:cNvSpPr>
            <a:spLocks xmlns:a="http://schemas.openxmlformats.org/drawingml/2006/main" noGrp="1"/>
          </p:cNvSpPr>
          <p:nvPr/>
        </p:nvSpPr>
        <p:spPr>
          <a:xfrm xmlns:a="http://schemas.openxmlformats.org/drawingml/2006/main">
            <a:off x="5619750" y="61436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ctr">
              <a:defRPr sz="825" b="0">
                <a:solidFill>
                  <a:srgbClr val="9CA7AE"/>
                </a:solidFill>
                <a:latin typeface="Bitstream Charter"/>
                <a:ea typeface="Bitstream Charter"/>
                <a:cs typeface="Bitstream Charter"/>
              </a:defRPr>
            </a:pPr>
            <a:r>
              <a:rPr sz="825" b="0">
                <a:solidFill>
                  <a:srgbClr val="9CA7AE"/>
                </a:solidFill>
                <a:latin typeface="Bitstream Charter"/>
                <a:ea typeface="Bitstream Charter"/>
                <a:cs typeface="Bitstream Charter"/>
              </a:rPr>
              <a:t>Warning</a:t>
            </a:r>
          </a:p>
        </p:txBody>
      </p:sp>
      <p:sp>
        <p:nvSpPr>
          <p:cNvPr id="25" name="">
            <a:extLst xmlns:a="http://schemas.openxmlformats.org/drawingml/2006/main">
              <a:ext uri="{FF2B5EF4-FFF2-40B4-BE49-F238E27FC236}">
                <a16:creationId xmlns:a16="http://schemas.microsoft.com/office/drawing/2014/main" id="{FDB4C0DE-D2E7-4166-80A3-DE88C0BC6CC0}"/>
              </a:ext>
            </a:extLst>
          </p:cNvPr>
          <p:cNvSpPr>
            <a:spLocks xmlns:a="http://schemas.openxmlformats.org/drawingml/2006/main" noGrp="1"/>
          </p:cNvSpPr>
          <p:nvPr/>
        </p:nvSpPr>
        <p:spPr>
          <a:xfrm xmlns:a="http://schemas.openxmlformats.org/drawingml/2006/main">
            <a:off x="7239000" y="61436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ctr">
              <a:defRPr sz="825" b="0">
                <a:solidFill>
                  <a:srgbClr val="9CA7AE"/>
                </a:solidFill>
                <a:latin typeface="Bitstream Charter"/>
                <a:ea typeface="Bitstream Charter"/>
                <a:cs typeface="Bitstream Charter"/>
              </a:defRPr>
            </a:pPr>
            <a:r>
              <a:rPr sz="825" b="0">
                <a:solidFill>
                  <a:srgbClr val="9CA7AE"/>
                </a:solidFill>
                <a:latin typeface="Bitstream Charter"/>
                <a:ea typeface="Bitstream Charter"/>
                <a:cs typeface="Bitstream Charter"/>
              </a:rPr>
              <a:t>Old gold</a:t>
            </a:r>
          </a:p>
        </p:txBody>
      </p:sp>
    </p:spTree>
    <p:extLst>
      <p:ext uri="{BB962C8B-B14F-4D97-AF65-F5344CB8AC3E}">
        <p14:creationId xmlns:p14="http://schemas.microsoft.com/office/powerpoint/2010/main" val="119837740"/>
      </p:ext>
    </p:extLst>
  </p:cSld>
</p:sld>
</file>

<file path=ppt/slides/slide10.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9EEB9F7-6B61-47EA-998E-3F1A4B039A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8A403F-5615-4E74-BF4E-DD10476EA881}"/>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1B40F295-5F03-49F0-B5BF-619E5AA09BF2}"/>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Aspirational Casting</a:t>
            </a:r>
          </a:p>
        </p:txBody>
      </p:sp>
      <p:sp>
        <p:nvSpPr>
          <p:cNvPr id="4" name="">
            <a:extLst xmlns:a="http://schemas.openxmlformats.org/drawingml/2006/main">
              <a:ext uri="{FF2B5EF4-FFF2-40B4-BE49-F238E27FC236}">
                <a16:creationId xmlns:a16="http://schemas.microsoft.com/office/drawing/2014/main" id="{7CFDB2FA-48B8-4B24-9769-51FC4A9338D9}"/>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Reference only. No talent is attached</a:t>
            </a:r>
          </a:p>
        </p:txBody>
      </p:sp>
      <p:sp>
        <p:nvSpPr>
          <p:cNvPr id="5" name="">
            <a:extLst xmlns:a="http://schemas.openxmlformats.org/drawingml/2006/main">
              <a:ext uri="{FF2B5EF4-FFF2-40B4-BE49-F238E27FC236}">
                <a16:creationId xmlns:a16="http://schemas.microsoft.com/office/drawing/2014/main" id="{C589EBB7-7BED-40BD-BA49-166D54C90511}"/>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D0926569-6150-4431-B471-23E3B96B618A}"/>
              </a:ext>
            </a:extLst>
          </p:cNvPr>
          <p:cNvSpPr>
            <a:spLocks xmlns:a="http://schemas.openxmlformats.org/drawingml/2006/main" noGrp="1"/>
          </p:cNvSpPr>
          <p:nvPr/>
        </p:nvSpPr>
        <p:spPr>
          <a:xfrm xmlns:a="http://schemas.openxmlformats.org/drawingml/2006/main">
            <a:off x="523875" y="1714500"/>
            <a:ext cx="2000250" cy="2667000"/>
          </a:xfrm>
          <a:prstGeom xmlns:a="http://schemas.openxmlformats.org/drawingml/2006/main" prst="rect">
            <a:avLst/>
          </a:prstGeom>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E0E5B3A-5632-466D-8659-73DB30325707}"/>
              </a:ext>
            </a:extLst>
          </p:cNvPr>
          <p:cNvSpPr>
            <a:spLocks xmlns:a="http://schemas.openxmlformats.org/drawingml/2006/main" noGrp="1"/>
          </p:cNvSpPr>
          <p:nvPr/>
        </p:nvSpPr>
        <p:spPr>
          <a:xfrm xmlns:a="http://schemas.openxmlformats.org/drawingml/2006/main">
            <a:off x="523875" y="228600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650" b="1">
                <a:solidFill>
                  <a:srgbClr val="F1ECDD"/>
                </a:solidFill>
                <a:latin typeface="Bitstream Charter"/>
                <a:ea typeface="Bitstream Charter"/>
                <a:cs typeface="Bitstream Charter"/>
              </a:defRPr>
            </a:pPr>
            <a:r>
              <a:rPr sz="4650" b="1">
                <a:solidFill>
                  <a:srgbClr val="F1ECDD"/>
                </a:solidFill>
                <a:latin typeface="Bitstream Charter"/>
                <a:ea typeface="Bitstream Charter"/>
                <a:cs typeface="Bitstream Charter"/>
              </a:rPr>
              <a:t>GM</a:t>
            </a:r>
          </a:p>
        </p:txBody>
      </p:sp>
      <p:sp>
        <p:nvSpPr>
          <p:cNvPr id="8" name="">
            <a:extLst xmlns:a="http://schemas.openxmlformats.org/drawingml/2006/main">
              <a:ext uri="{FF2B5EF4-FFF2-40B4-BE49-F238E27FC236}">
                <a16:creationId xmlns:a16="http://schemas.microsoft.com/office/drawing/2014/main" id="{7BCD53D8-C915-428A-8335-DD2C320720A5}"/>
              </a:ext>
            </a:extLst>
          </p:cNvPr>
          <p:cNvSpPr>
            <a:spLocks xmlns:a="http://schemas.openxmlformats.org/drawingml/2006/main" noGrp="1"/>
          </p:cNvSpPr>
          <p:nvPr/>
        </p:nvSpPr>
        <p:spPr>
          <a:xfrm xmlns:a="http://schemas.openxmlformats.org/drawingml/2006/main">
            <a:off x="523875" y="46196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1ECDD"/>
                </a:solidFill>
                <a:latin typeface="Bitstream Charter"/>
                <a:ea typeface="Bitstream Charter"/>
                <a:cs typeface="Bitstream Charter"/>
              </a:defRPr>
            </a:pPr>
            <a:r>
              <a:rPr sz="1350" b="1">
                <a:solidFill>
                  <a:srgbClr val="F1ECDD"/>
                </a:solidFill>
                <a:latin typeface="Bitstream Charter"/>
                <a:ea typeface="Bitstream Charter"/>
                <a:cs typeface="Bitstream Charter"/>
              </a:rPr>
              <a:t>GUGU MBATHA-RAW</a:t>
            </a:r>
          </a:p>
        </p:txBody>
      </p:sp>
      <p:sp>
        <p:nvSpPr>
          <p:cNvPr id="9" name="">
            <a:extLst xmlns:a="http://schemas.openxmlformats.org/drawingml/2006/main">
              <a:ext uri="{FF2B5EF4-FFF2-40B4-BE49-F238E27FC236}">
                <a16:creationId xmlns:a16="http://schemas.microsoft.com/office/drawing/2014/main" id="{48BB1428-7BF8-49D5-A73B-1A054012EAA5}"/>
              </a:ext>
            </a:extLst>
          </p:cNvPr>
          <p:cNvSpPr>
            <a:spLocks xmlns:a="http://schemas.openxmlformats.org/drawingml/2006/main" noGrp="1"/>
          </p:cNvSpPr>
          <p:nvPr/>
        </p:nvSpPr>
        <p:spPr>
          <a:xfrm xmlns:a="http://schemas.openxmlformats.org/drawingml/2006/main">
            <a:off x="523875" y="5095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C9393F"/>
                </a:solidFill>
                <a:latin typeface="Bitstream Charter"/>
                <a:ea typeface="Bitstream Charter"/>
                <a:cs typeface="Bitstream Charter"/>
              </a:defRPr>
            </a:pPr>
            <a:r>
              <a:rPr sz="1125" b="1">
                <a:solidFill>
                  <a:srgbClr val="C9393F"/>
                </a:solidFill>
                <a:latin typeface="Bitstream Charter"/>
                <a:ea typeface="Bitstream Charter"/>
                <a:cs typeface="Bitstream Charter"/>
              </a:rPr>
              <a:t>KAT SULLIVAN</a:t>
            </a:r>
          </a:p>
        </p:txBody>
      </p:sp>
      <p:sp>
        <p:nvSpPr>
          <p:cNvPr id="10" name="">
            <a:extLst xmlns:a="http://schemas.openxmlformats.org/drawingml/2006/main">
              <a:ext uri="{FF2B5EF4-FFF2-40B4-BE49-F238E27FC236}">
                <a16:creationId xmlns:a16="http://schemas.microsoft.com/office/drawing/2014/main" id="{64342FEE-876A-4486-9941-408018B2D895}"/>
              </a:ext>
            </a:extLst>
          </p:cNvPr>
          <p:cNvSpPr>
            <a:spLocks xmlns:a="http://schemas.openxmlformats.org/drawingml/2006/main" noGrp="1"/>
          </p:cNvSpPr>
          <p:nvPr/>
        </p:nvSpPr>
        <p:spPr>
          <a:xfrm xmlns:a="http://schemas.openxmlformats.org/drawingml/2006/main">
            <a:off x="2847975" y="1714500"/>
            <a:ext cx="2000250" cy="2667000"/>
          </a:xfrm>
          <a:prstGeom xmlns:a="http://schemas.openxmlformats.org/drawingml/2006/main" prst="rect">
            <a:avLst/>
          </a:prstGeom>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92D9D2-F419-476E-880B-94FE67B77805}"/>
              </a:ext>
            </a:extLst>
          </p:cNvPr>
          <p:cNvSpPr>
            <a:spLocks xmlns:a="http://schemas.openxmlformats.org/drawingml/2006/main" noGrp="1"/>
          </p:cNvSpPr>
          <p:nvPr/>
        </p:nvSpPr>
        <p:spPr>
          <a:xfrm xmlns:a="http://schemas.openxmlformats.org/drawingml/2006/main">
            <a:off x="2847975" y="228600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650" b="1">
                <a:solidFill>
                  <a:srgbClr val="18232C"/>
                </a:solidFill>
                <a:latin typeface="Bitstream Charter"/>
                <a:ea typeface="Bitstream Charter"/>
                <a:cs typeface="Bitstream Charter"/>
              </a:defRPr>
            </a:pPr>
            <a:r>
              <a:rPr sz="4650" b="1">
                <a:solidFill>
                  <a:srgbClr val="18232C"/>
                </a:solidFill>
                <a:latin typeface="Bitstream Charter"/>
                <a:ea typeface="Bitstream Charter"/>
                <a:cs typeface="Bitstream Charter"/>
              </a:rPr>
              <a:t>MS</a:t>
            </a:r>
          </a:p>
        </p:txBody>
      </p:sp>
      <p:sp>
        <p:nvSpPr>
          <p:cNvPr id="12" name="">
            <a:extLst xmlns:a="http://schemas.openxmlformats.org/drawingml/2006/main">
              <a:ext uri="{FF2B5EF4-FFF2-40B4-BE49-F238E27FC236}">
                <a16:creationId xmlns:a16="http://schemas.microsoft.com/office/drawing/2014/main" id="{076E151C-99BD-4314-925B-D933BF85A7DB}"/>
              </a:ext>
            </a:extLst>
          </p:cNvPr>
          <p:cNvSpPr>
            <a:spLocks xmlns:a="http://schemas.openxmlformats.org/drawingml/2006/main" noGrp="1"/>
          </p:cNvSpPr>
          <p:nvPr/>
        </p:nvSpPr>
        <p:spPr>
          <a:xfrm xmlns:a="http://schemas.openxmlformats.org/drawingml/2006/main">
            <a:off x="2847975" y="46196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19"/>
          </a:bodyPr>
          <a:lstStyle xmlns:a="http://schemas.openxmlformats.org/drawingml/2006/main"/>
          <a:p xmlns:a="http://schemas.openxmlformats.org/drawingml/2006/main">
            <a:pPr algn="ctr">
              <a:defRPr sz="1350" b="1">
                <a:solidFill>
                  <a:srgbClr val="F1ECDD"/>
                </a:solidFill>
                <a:latin typeface="Bitstream Charter"/>
                <a:ea typeface="Bitstream Charter"/>
                <a:cs typeface="Bitstream Charter"/>
              </a:defRPr>
            </a:pPr>
            <a:r>
              <a:rPr sz="1350" b="1">
                <a:solidFill>
                  <a:srgbClr val="F1ECDD"/>
                </a:solidFill>
                <a:latin typeface="Bitstream Charter"/>
                <a:ea typeface="Bitstream Charter"/>
                <a:cs typeface="Bitstream Charter"/>
              </a:rPr>
              <a:t>MATTHIAS SCHOENAERTS</a:t>
            </a:r>
          </a:p>
        </p:txBody>
      </p:sp>
      <p:sp>
        <p:nvSpPr>
          <p:cNvPr id="13" name="">
            <a:extLst xmlns:a="http://schemas.openxmlformats.org/drawingml/2006/main">
              <a:ext uri="{FF2B5EF4-FFF2-40B4-BE49-F238E27FC236}">
                <a16:creationId xmlns:a16="http://schemas.microsoft.com/office/drawing/2014/main" id="{746A54FB-E8C3-443C-A98F-FD07CBC20EDD}"/>
              </a:ext>
            </a:extLst>
          </p:cNvPr>
          <p:cNvSpPr>
            <a:spLocks xmlns:a="http://schemas.openxmlformats.org/drawingml/2006/main" noGrp="1"/>
          </p:cNvSpPr>
          <p:nvPr/>
        </p:nvSpPr>
        <p:spPr>
          <a:xfrm xmlns:a="http://schemas.openxmlformats.org/drawingml/2006/main">
            <a:off x="2847975" y="5095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C9393F"/>
                </a:solidFill>
                <a:latin typeface="Bitstream Charter"/>
                <a:ea typeface="Bitstream Charter"/>
                <a:cs typeface="Bitstream Charter"/>
              </a:defRPr>
            </a:pPr>
            <a:r>
              <a:rPr sz="1125" b="1">
                <a:solidFill>
                  <a:srgbClr val="C9393F"/>
                </a:solidFill>
                <a:latin typeface="Bitstream Charter"/>
                <a:ea typeface="Bitstream Charter"/>
                <a:cs typeface="Bitstream Charter"/>
              </a:rPr>
              <a:t>MARKUS VOSS</a:t>
            </a:r>
          </a:p>
        </p:txBody>
      </p:sp>
      <p:sp>
        <p:nvSpPr>
          <p:cNvPr id="14" name="">
            <a:extLst xmlns:a="http://schemas.openxmlformats.org/drawingml/2006/main">
              <a:ext uri="{FF2B5EF4-FFF2-40B4-BE49-F238E27FC236}">
                <a16:creationId xmlns:a16="http://schemas.microsoft.com/office/drawing/2014/main" id="{16CBAC3A-A04B-4CFD-883A-1887418A1EC3}"/>
              </a:ext>
            </a:extLst>
          </p:cNvPr>
          <p:cNvSpPr>
            <a:spLocks xmlns:a="http://schemas.openxmlformats.org/drawingml/2006/main" noGrp="1"/>
          </p:cNvSpPr>
          <p:nvPr/>
        </p:nvSpPr>
        <p:spPr>
          <a:xfrm xmlns:a="http://schemas.openxmlformats.org/drawingml/2006/main">
            <a:off x="5172075" y="1714500"/>
            <a:ext cx="2000250" cy="2667000"/>
          </a:xfrm>
          <a:prstGeom xmlns:a="http://schemas.openxmlformats.org/drawingml/2006/main" prst="rect">
            <a:avLst/>
          </a:prstGeom>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29AB3E-B37F-49AD-9285-C36642935B8A}"/>
              </a:ext>
            </a:extLst>
          </p:cNvPr>
          <p:cNvSpPr>
            <a:spLocks xmlns:a="http://schemas.openxmlformats.org/drawingml/2006/main" noGrp="1"/>
          </p:cNvSpPr>
          <p:nvPr/>
        </p:nvSpPr>
        <p:spPr>
          <a:xfrm xmlns:a="http://schemas.openxmlformats.org/drawingml/2006/main">
            <a:off x="5172075" y="228600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650" b="1">
                <a:solidFill>
                  <a:srgbClr val="F1ECDD"/>
                </a:solidFill>
                <a:latin typeface="Bitstream Charter"/>
                <a:ea typeface="Bitstream Charter"/>
                <a:cs typeface="Bitstream Charter"/>
              </a:defRPr>
            </a:pPr>
            <a:r>
              <a:rPr sz="4650" b="1">
                <a:solidFill>
                  <a:srgbClr val="F1ECDD"/>
                </a:solidFill>
                <a:latin typeface="Bitstream Charter"/>
                <a:ea typeface="Bitstream Charter"/>
                <a:cs typeface="Bitstream Charter"/>
              </a:rPr>
              <a:t>ST</a:t>
            </a:r>
          </a:p>
        </p:txBody>
      </p:sp>
      <p:sp>
        <p:nvSpPr>
          <p:cNvPr id="16" name="">
            <a:extLst xmlns:a="http://schemas.openxmlformats.org/drawingml/2006/main">
              <a:ext uri="{FF2B5EF4-FFF2-40B4-BE49-F238E27FC236}">
                <a16:creationId xmlns:a16="http://schemas.microsoft.com/office/drawing/2014/main" id="{1774F1A7-EA7A-4FA8-943E-244EA0DB3C7C}"/>
              </a:ext>
            </a:extLst>
          </p:cNvPr>
          <p:cNvSpPr>
            <a:spLocks xmlns:a="http://schemas.openxmlformats.org/drawingml/2006/main" noGrp="1"/>
          </p:cNvSpPr>
          <p:nvPr/>
        </p:nvSpPr>
        <p:spPr>
          <a:xfrm xmlns:a="http://schemas.openxmlformats.org/drawingml/2006/main">
            <a:off x="5172075" y="46196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1ECDD"/>
                </a:solidFill>
                <a:latin typeface="Bitstream Charter"/>
                <a:ea typeface="Bitstream Charter"/>
                <a:cs typeface="Bitstream Charter"/>
              </a:defRPr>
            </a:pPr>
            <a:r>
              <a:rPr sz="1350" b="1">
                <a:solidFill>
                  <a:srgbClr val="F1ECDD"/>
                </a:solidFill>
                <a:latin typeface="Bitstream Charter"/>
                <a:ea typeface="Bitstream Charter"/>
                <a:cs typeface="Bitstream Charter"/>
              </a:rPr>
              <a:t>STANLEY TUCCI</a:t>
            </a:r>
          </a:p>
        </p:txBody>
      </p:sp>
      <p:sp>
        <p:nvSpPr>
          <p:cNvPr id="17" name="">
            <a:extLst xmlns:a="http://schemas.openxmlformats.org/drawingml/2006/main">
              <a:ext uri="{FF2B5EF4-FFF2-40B4-BE49-F238E27FC236}">
                <a16:creationId xmlns:a16="http://schemas.microsoft.com/office/drawing/2014/main" id="{9A48C210-DCA2-4154-B67F-3CD407143B01}"/>
              </a:ext>
            </a:extLst>
          </p:cNvPr>
          <p:cNvSpPr>
            <a:spLocks xmlns:a="http://schemas.openxmlformats.org/drawingml/2006/main" noGrp="1"/>
          </p:cNvSpPr>
          <p:nvPr/>
        </p:nvSpPr>
        <p:spPr>
          <a:xfrm xmlns:a="http://schemas.openxmlformats.org/drawingml/2006/main">
            <a:off x="5172075" y="5095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C9393F"/>
                </a:solidFill>
                <a:latin typeface="Bitstream Charter"/>
                <a:ea typeface="Bitstream Charter"/>
                <a:cs typeface="Bitstream Charter"/>
              </a:defRPr>
            </a:pPr>
            <a:r>
              <a:rPr sz="1125" b="1">
                <a:solidFill>
                  <a:srgbClr val="C9393F"/>
                </a:solidFill>
                <a:latin typeface="Bitstream Charter"/>
                <a:ea typeface="Bitstream Charter"/>
                <a:cs typeface="Bitstream Charter"/>
              </a:rPr>
              <a:t>CARL REEVES</a:t>
            </a:r>
          </a:p>
        </p:txBody>
      </p:sp>
      <p:sp>
        <p:nvSpPr>
          <p:cNvPr id="18" name="">
            <a:extLst xmlns:a="http://schemas.openxmlformats.org/drawingml/2006/main">
              <a:ext uri="{FF2B5EF4-FFF2-40B4-BE49-F238E27FC236}">
                <a16:creationId xmlns:a16="http://schemas.microsoft.com/office/drawing/2014/main" id="{796B82C2-3146-4A71-83BA-0BDC4D594F7D}"/>
              </a:ext>
            </a:extLst>
          </p:cNvPr>
          <p:cNvSpPr>
            <a:spLocks xmlns:a="http://schemas.openxmlformats.org/drawingml/2006/main" noGrp="1"/>
          </p:cNvSpPr>
          <p:nvPr/>
        </p:nvSpPr>
        <p:spPr>
          <a:xfrm xmlns:a="http://schemas.openxmlformats.org/drawingml/2006/main">
            <a:off x="7496175" y="1714500"/>
            <a:ext cx="2000250" cy="2667000"/>
          </a:xfrm>
          <a:prstGeom xmlns:a="http://schemas.openxmlformats.org/drawingml/2006/main" prst="rect">
            <a:avLst/>
          </a:prstGeom>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7F6B0C-00B0-41F9-BF44-0251689E84DB}"/>
              </a:ext>
            </a:extLst>
          </p:cNvPr>
          <p:cNvSpPr>
            <a:spLocks xmlns:a="http://schemas.openxmlformats.org/drawingml/2006/main" noGrp="1"/>
          </p:cNvSpPr>
          <p:nvPr/>
        </p:nvSpPr>
        <p:spPr>
          <a:xfrm xmlns:a="http://schemas.openxmlformats.org/drawingml/2006/main">
            <a:off x="7496175" y="228600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650" b="1">
                <a:solidFill>
                  <a:srgbClr val="18232C"/>
                </a:solidFill>
                <a:latin typeface="Bitstream Charter"/>
                <a:ea typeface="Bitstream Charter"/>
                <a:cs typeface="Bitstream Charter"/>
              </a:defRPr>
            </a:pPr>
            <a:r>
              <a:rPr sz="4650" b="1">
                <a:solidFill>
                  <a:srgbClr val="18232C"/>
                </a:solidFill>
                <a:latin typeface="Bitstream Charter"/>
                <a:ea typeface="Bitstream Charter"/>
                <a:cs typeface="Bitstream Charter"/>
              </a:rPr>
              <a:t>LL</a:t>
            </a:r>
          </a:p>
        </p:txBody>
      </p:sp>
      <p:sp>
        <p:nvSpPr>
          <p:cNvPr id="20" name="">
            <a:extLst xmlns:a="http://schemas.openxmlformats.org/drawingml/2006/main">
              <a:ext uri="{FF2B5EF4-FFF2-40B4-BE49-F238E27FC236}">
                <a16:creationId xmlns:a16="http://schemas.microsoft.com/office/drawing/2014/main" id="{7DD83383-D125-4B2A-947D-91FBBD12944D}"/>
              </a:ext>
            </a:extLst>
          </p:cNvPr>
          <p:cNvSpPr>
            <a:spLocks xmlns:a="http://schemas.openxmlformats.org/drawingml/2006/main" noGrp="1"/>
          </p:cNvSpPr>
          <p:nvPr/>
        </p:nvSpPr>
        <p:spPr>
          <a:xfrm xmlns:a="http://schemas.openxmlformats.org/drawingml/2006/main">
            <a:off x="7496175" y="46196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1ECDD"/>
                </a:solidFill>
                <a:latin typeface="Bitstream Charter"/>
                <a:ea typeface="Bitstream Charter"/>
                <a:cs typeface="Bitstream Charter"/>
              </a:defRPr>
            </a:pPr>
            <a:r>
              <a:rPr sz="1350" b="1">
                <a:solidFill>
                  <a:srgbClr val="F1ECDD"/>
                </a:solidFill>
                <a:latin typeface="Bitstream Charter"/>
                <a:ea typeface="Bitstream Charter"/>
                <a:cs typeface="Bitstream Charter"/>
              </a:rPr>
              <a:t>LAURA LINNEY</a:t>
            </a:r>
          </a:p>
        </p:txBody>
      </p:sp>
      <p:sp>
        <p:nvSpPr>
          <p:cNvPr id="21" name="">
            <a:extLst xmlns:a="http://schemas.openxmlformats.org/drawingml/2006/main">
              <a:ext uri="{FF2B5EF4-FFF2-40B4-BE49-F238E27FC236}">
                <a16:creationId xmlns:a16="http://schemas.microsoft.com/office/drawing/2014/main" id="{D7CE5489-3A77-4DC6-B60F-6DED9BF9B0CD}"/>
              </a:ext>
            </a:extLst>
          </p:cNvPr>
          <p:cNvSpPr>
            <a:spLocks xmlns:a="http://schemas.openxmlformats.org/drawingml/2006/main" noGrp="1"/>
          </p:cNvSpPr>
          <p:nvPr/>
        </p:nvSpPr>
        <p:spPr>
          <a:xfrm xmlns:a="http://schemas.openxmlformats.org/drawingml/2006/main">
            <a:off x="7496175" y="5095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C9393F"/>
                </a:solidFill>
                <a:latin typeface="Bitstream Charter"/>
                <a:ea typeface="Bitstream Charter"/>
                <a:cs typeface="Bitstream Charter"/>
              </a:defRPr>
            </a:pPr>
            <a:r>
              <a:rPr sz="1125" b="1">
                <a:solidFill>
                  <a:srgbClr val="C9393F"/>
                </a:solidFill>
                <a:latin typeface="Bitstream Charter"/>
                <a:ea typeface="Bitstream Charter"/>
                <a:cs typeface="Bitstream Charter"/>
              </a:rPr>
              <a:t>DR. EVELYN SHAW</a:t>
            </a:r>
          </a:p>
        </p:txBody>
      </p:sp>
      <p:sp>
        <p:nvSpPr>
          <p:cNvPr id="22" name="">
            <a:extLst xmlns:a="http://schemas.openxmlformats.org/drawingml/2006/main">
              <a:ext uri="{FF2B5EF4-FFF2-40B4-BE49-F238E27FC236}">
                <a16:creationId xmlns:a16="http://schemas.microsoft.com/office/drawing/2014/main" id="{6DB2A199-32E2-478A-88AE-A884D782E52B}"/>
              </a:ext>
            </a:extLst>
          </p:cNvPr>
          <p:cNvSpPr>
            <a:spLocks xmlns:a="http://schemas.openxmlformats.org/drawingml/2006/main" noGrp="1"/>
          </p:cNvSpPr>
          <p:nvPr/>
        </p:nvSpPr>
        <p:spPr>
          <a:xfrm xmlns:a="http://schemas.openxmlformats.org/drawingml/2006/main">
            <a:off x="9820275" y="1714500"/>
            <a:ext cx="2000250" cy="2667000"/>
          </a:xfrm>
          <a:prstGeom xmlns:a="http://schemas.openxmlformats.org/drawingml/2006/main" prst="rect">
            <a:avLst/>
          </a:prstGeom>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8FD3D03-D0E1-4D33-9D89-26FB987D4FA0}"/>
              </a:ext>
            </a:extLst>
          </p:cNvPr>
          <p:cNvSpPr>
            <a:spLocks xmlns:a="http://schemas.openxmlformats.org/drawingml/2006/main" noGrp="1"/>
          </p:cNvSpPr>
          <p:nvPr/>
        </p:nvSpPr>
        <p:spPr>
          <a:xfrm xmlns:a="http://schemas.openxmlformats.org/drawingml/2006/main">
            <a:off x="9820275" y="2286000"/>
            <a:ext cx="200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4650" b="1">
                <a:solidFill>
                  <a:srgbClr val="F1ECDD"/>
                </a:solidFill>
                <a:latin typeface="Bitstream Charter"/>
                <a:ea typeface="Bitstream Charter"/>
                <a:cs typeface="Bitstream Charter"/>
              </a:defRPr>
            </a:pPr>
            <a:r>
              <a:rPr sz="4650" b="1">
                <a:solidFill>
                  <a:srgbClr val="F1ECDD"/>
                </a:solidFill>
                <a:latin typeface="Bitstream Charter"/>
                <a:ea typeface="Bitstream Charter"/>
                <a:cs typeface="Bitstream Charter"/>
              </a:rPr>
              <a:t>AW</a:t>
            </a:r>
          </a:p>
        </p:txBody>
      </p:sp>
      <p:sp>
        <p:nvSpPr>
          <p:cNvPr id="24" name="">
            <a:extLst xmlns:a="http://schemas.openxmlformats.org/drawingml/2006/main">
              <a:ext uri="{FF2B5EF4-FFF2-40B4-BE49-F238E27FC236}">
                <a16:creationId xmlns:a16="http://schemas.microsoft.com/office/drawing/2014/main" id="{5C60DDE8-A3A7-4FF2-A495-0F58DC858015}"/>
              </a:ext>
            </a:extLst>
          </p:cNvPr>
          <p:cNvSpPr>
            <a:spLocks xmlns:a="http://schemas.openxmlformats.org/drawingml/2006/main" noGrp="1"/>
          </p:cNvSpPr>
          <p:nvPr/>
        </p:nvSpPr>
        <p:spPr>
          <a:xfrm xmlns:a="http://schemas.openxmlformats.org/drawingml/2006/main">
            <a:off x="9820275" y="46196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1ECDD"/>
                </a:solidFill>
                <a:latin typeface="Bitstream Charter"/>
                <a:ea typeface="Bitstream Charter"/>
                <a:cs typeface="Bitstream Charter"/>
              </a:defRPr>
            </a:pPr>
            <a:r>
              <a:rPr sz="1350" b="1">
                <a:solidFill>
                  <a:srgbClr val="F1ECDD"/>
                </a:solidFill>
                <a:latin typeface="Bitstream Charter"/>
                <a:ea typeface="Bitstream Charter"/>
                <a:cs typeface="Bitstream Charter"/>
              </a:rPr>
              <a:t>ALFRE WOODARD</a:t>
            </a:r>
          </a:p>
        </p:txBody>
      </p:sp>
      <p:sp>
        <p:nvSpPr>
          <p:cNvPr id="25" name="">
            <a:extLst xmlns:a="http://schemas.openxmlformats.org/drawingml/2006/main">
              <a:ext uri="{FF2B5EF4-FFF2-40B4-BE49-F238E27FC236}">
                <a16:creationId xmlns:a16="http://schemas.microsoft.com/office/drawing/2014/main" id="{CA7E01FD-88E9-4510-AEE7-CE64291CA210}"/>
              </a:ext>
            </a:extLst>
          </p:cNvPr>
          <p:cNvSpPr>
            <a:spLocks xmlns:a="http://schemas.openxmlformats.org/drawingml/2006/main" noGrp="1"/>
          </p:cNvSpPr>
          <p:nvPr/>
        </p:nvSpPr>
        <p:spPr>
          <a:xfrm xmlns:a="http://schemas.openxmlformats.org/drawingml/2006/main">
            <a:off x="9820275" y="50958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C9393F"/>
                </a:solidFill>
                <a:latin typeface="Bitstream Charter"/>
                <a:ea typeface="Bitstream Charter"/>
                <a:cs typeface="Bitstream Charter"/>
              </a:defRPr>
            </a:pPr>
            <a:r>
              <a:rPr sz="1125" b="1">
                <a:solidFill>
                  <a:srgbClr val="C9393F"/>
                </a:solidFill>
                <a:latin typeface="Bitstream Charter"/>
                <a:ea typeface="Bitstream Charter"/>
                <a:cs typeface="Bitstream Charter"/>
              </a:rPr>
              <a:t>LINDA SULLIVAN</a:t>
            </a:r>
          </a:p>
        </p:txBody>
      </p:sp>
      <p:sp>
        <p:nvSpPr>
          <p:cNvPr id="26" name="">
            <a:extLst xmlns:a="http://schemas.openxmlformats.org/drawingml/2006/main">
              <a:ext uri="{FF2B5EF4-FFF2-40B4-BE49-F238E27FC236}">
                <a16:creationId xmlns:a16="http://schemas.microsoft.com/office/drawing/2014/main" id="{296A007A-FEDD-4D22-A77E-21540425F53C}"/>
              </a:ext>
            </a:extLst>
          </p:cNvPr>
          <p:cNvSpPr>
            <a:spLocks xmlns:a="http://schemas.openxmlformats.org/drawingml/2006/main" noGrp="1"/>
          </p:cNvSpPr>
          <p:nvPr/>
        </p:nvSpPr>
        <p:spPr>
          <a:xfrm xmlns:a="http://schemas.openxmlformats.org/drawingml/2006/main">
            <a:off x="1190625" y="58102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9CA7AE"/>
                </a:solidFill>
                <a:latin typeface="Bitstream Charter"/>
                <a:ea typeface="Bitstream Charter"/>
                <a:cs typeface="Bitstream Charter"/>
              </a:defRPr>
            </a:pPr>
            <a:r>
              <a:rPr sz="1500" b="0">
                <a:solidFill>
                  <a:srgbClr val="9CA7AE"/>
                </a:solidFill>
                <a:latin typeface="Bitstream Charter"/>
                <a:ea typeface="Bitstream Charter"/>
                <a:cs typeface="Bitstream Charter"/>
              </a:rPr>
              <a:t>Casting priority: performers who can make intelligence, intimacy, and moral uncertainty visible without exposition.</a:t>
            </a:r>
          </a:p>
        </p:txBody>
      </p:sp>
    </p:spTree>
    <p:extLst>
      <p:ext uri="{BB962C8B-B14F-4D97-AF65-F5344CB8AC3E}">
        <p14:creationId xmlns:p14="http://schemas.microsoft.com/office/powerpoint/2010/main" val="592319709"/>
      </p:ext>
    </p:extLst>
  </p:cSld>
</p:sld>
</file>

<file path=ppt/slides/slide11.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F9047A3-FDC8-4106-A49D-B61FCACAF7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9787E8-6ABA-4C6B-A577-DC795456C5D4}"/>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11</a:t>
            </a:r>
          </a:p>
        </p:txBody>
      </p:sp>
      <p:sp>
        <p:nvSpPr>
          <p:cNvPr id="3" name="">
            <a:extLst xmlns:a="http://schemas.openxmlformats.org/drawingml/2006/main">
              <a:ext uri="{FF2B5EF4-FFF2-40B4-BE49-F238E27FC236}">
                <a16:creationId xmlns:a16="http://schemas.microsoft.com/office/drawing/2014/main" id="{32AE44A3-891F-4D75-AF3F-F0BEA27D0530}"/>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Why It Works for Premium Television</a:t>
            </a:r>
          </a:p>
        </p:txBody>
      </p:sp>
      <p:sp>
        <p:nvSpPr>
          <p:cNvPr id="4" name="">
            <a:extLst xmlns:a="http://schemas.openxmlformats.org/drawingml/2006/main">
              <a:ext uri="{FF2B5EF4-FFF2-40B4-BE49-F238E27FC236}">
                <a16:creationId xmlns:a16="http://schemas.microsoft.com/office/drawing/2014/main" id="{A648BEC7-4D00-4067-ADFD-74B5EE98F5A5}"/>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A contained pilot opens into an international conspiracy</a:t>
            </a:r>
          </a:p>
        </p:txBody>
      </p:sp>
      <p:sp>
        <p:nvSpPr>
          <p:cNvPr id="5" name="">
            <a:extLst xmlns:a="http://schemas.openxmlformats.org/drawingml/2006/main">
              <a:ext uri="{FF2B5EF4-FFF2-40B4-BE49-F238E27FC236}">
                <a16:creationId xmlns:a16="http://schemas.microsoft.com/office/drawing/2014/main" id="{A0377CEF-11A0-4C98-A6B1-A92988E05741}"/>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E07DE89A-D7DD-4D63-86E2-292406D57B7A}"/>
              </a:ext>
            </a:extLst>
          </p:cNvPr>
          <p:cNvSpPr>
            <a:spLocks xmlns:a="http://schemas.openxmlformats.org/drawingml/2006/main" noGrp="1"/>
          </p:cNvSpPr>
          <p:nvPr/>
        </p:nvSpPr>
        <p:spPr>
          <a:xfrm xmlns:a="http://schemas.openxmlformats.org/drawingml/2006/main">
            <a:off x="619125" y="15240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a:t>
            </a:r>
          </a:p>
        </p:txBody>
      </p:sp>
      <p:sp>
        <p:nvSpPr>
          <p:cNvPr id="7" name="">
            <a:extLst xmlns:a="http://schemas.openxmlformats.org/drawingml/2006/main">
              <a:ext uri="{FF2B5EF4-FFF2-40B4-BE49-F238E27FC236}">
                <a16:creationId xmlns:a16="http://schemas.microsoft.com/office/drawing/2014/main" id="{844366E2-CEAC-4A30-8112-420370511C78}"/>
              </a:ext>
            </a:extLst>
          </p:cNvPr>
          <p:cNvSpPr>
            <a:spLocks xmlns:a="http://schemas.openxmlformats.org/drawingml/2006/main" noGrp="1"/>
          </p:cNvSpPr>
          <p:nvPr/>
        </p:nvSpPr>
        <p:spPr>
          <a:xfrm xmlns:a="http://schemas.openxmlformats.org/drawingml/2006/main">
            <a:off x="1047750" y="1524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1ECDD"/>
                </a:solidFill>
                <a:latin typeface="Bitstream Charter"/>
                <a:ea typeface="Bitstream Charter"/>
                <a:cs typeface="Bitstream Charter"/>
              </a:defRPr>
            </a:pPr>
            <a:r>
              <a:rPr sz="1500" b="1">
                <a:solidFill>
                  <a:srgbClr val="F1ECDD"/>
                </a:solidFill>
                <a:latin typeface="Bitstream Charter"/>
                <a:ea typeface="Bitstream Charter"/>
                <a:cs typeface="Bitstream Charter"/>
              </a:rPr>
              <a:t>A clear repeatable engine</a:t>
            </a:r>
          </a:p>
        </p:txBody>
      </p:sp>
      <p:sp>
        <p:nvSpPr>
          <p:cNvPr id="8" name="">
            <a:extLst xmlns:a="http://schemas.openxmlformats.org/drawingml/2006/main">
              <a:ext uri="{FF2B5EF4-FFF2-40B4-BE49-F238E27FC236}">
                <a16:creationId xmlns:a16="http://schemas.microsoft.com/office/drawing/2014/main" id="{E9883179-B02F-421E-9AB5-0E78A1D3926B}"/>
              </a:ext>
            </a:extLst>
          </p:cNvPr>
          <p:cNvSpPr>
            <a:spLocks xmlns:a="http://schemas.openxmlformats.org/drawingml/2006/main" noGrp="1"/>
          </p:cNvSpPr>
          <p:nvPr/>
        </p:nvSpPr>
        <p:spPr>
          <a:xfrm xmlns:a="http://schemas.openxmlformats.org/drawingml/2006/main">
            <a:off x="1047750" y="19050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7AE"/>
                </a:solidFill>
                <a:latin typeface="Bitstream Charter"/>
                <a:ea typeface="Bitstream Charter"/>
                <a:cs typeface="Bitstream Charter"/>
              </a:defRPr>
            </a:pPr>
            <a:r>
              <a:rPr sz="1275" b="0">
                <a:solidFill>
                  <a:srgbClr val="9CA7AE"/>
                </a:solidFill>
                <a:latin typeface="Bitstream Charter"/>
                <a:ea typeface="Bitstream Charter"/>
                <a:cs typeface="Bitstream Charter"/>
              </a:rPr>
              <a:t>Kat recovers fragments, tests reality, and builds a covert resistance while Carl monitors every move.</a:t>
            </a:r>
          </a:p>
        </p:txBody>
      </p:sp>
      <p:sp>
        <p:nvSpPr>
          <p:cNvPr id="9" name="">
            <a:extLst xmlns:a="http://schemas.openxmlformats.org/drawingml/2006/main">
              <a:ext uri="{FF2B5EF4-FFF2-40B4-BE49-F238E27FC236}">
                <a16:creationId xmlns:a16="http://schemas.microsoft.com/office/drawing/2014/main" id="{ECEAD12B-95BF-4403-8E93-84A31F66EA48}"/>
              </a:ext>
            </a:extLst>
          </p:cNvPr>
          <p:cNvSpPr>
            <a:spLocks xmlns:a="http://schemas.openxmlformats.org/drawingml/2006/main" noGrp="1"/>
          </p:cNvSpPr>
          <p:nvPr/>
        </p:nvSpPr>
        <p:spPr>
          <a:xfrm xmlns:a="http://schemas.openxmlformats.org/drawingml/2006/main">
            <a:off x="6429375" y="15240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3CAA9812-8B13-4254-ADED-73F8F3FEB33A}"/>
              </a:ext>
            </a:extLst>
          </p:cNvPr>
          <p:cNvSpPr>
            <a:spLocks xmlns:a="http://schemas.openxmlformats.org/drawingml/2006/main" noGrp="1"/>
          </p:cNvSpPr>
          <p:nvPr/>
        </p:nvSpPr>
        <p:spPr>
          <a:xfrm xmlns:a="http://schemas.openxmlformats.org/drawingml/2006/main">
            <a:off x="6858000" y="1524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1ECDD"/>
                </a:solidFill>
                <a:latin typeface="Bitstream Charter"/>
                <a:ea typeface="Bitstream Charter"/>
                <a:cs typeface="Bitstream Charter"/>
              </a:defRPr>
            </a:pPr>
            <a:r>
              <a:rPr sz="1500" b="1">
                <a:solidFill>
                  <a:srgbClr val="F1ECDD"/>
                </a:solidFill>
                <a:latin typeface="Bitstream Charter"/>
                <a:ea typeface="Bitstream Charter"/>
                <a:cs typeface="Bitstream Charter"/>
              </a:rPr>
              <a:t>A lead built for awards-level performance</a:t>
            </a:r>
          </a:p>
        </p:txBody>
      </p:sp>
      <p:sp>
        <p:nvSpPr>
          <p:cNvPr id="11" name="">
            <a:extLst xmlns:a="http://schemas.openxmlformats.org/drawingml/2006/main">
              <a:ext uri="{FF2B5EF4-FFF2-40B4-BE49-F238E27FC236}">
                <a16:creationId xmlns:a16="http://schemas.microsoft.com/office/drawing/2014/main" id="{B2A4F006-A562-4E22-868D-54ED3FD96D99}"/>
              </a:ext>
            </a:extLst>
          </p:cNvPr>
          <p:cNvSpPr>
            <a:spLocks xmlns:a="http://schemas.openxmlformats.org/drawingml/2006/main" noGrp="1"/>
          </p:cNvSpPr>
          <p:nvPr/>
        </p:nvSpPr>
        <p:spPr>
          <a:xfrm xmlns:a="http://schemas.openxmlformats.org/drawingml/2006/main">
            <a:off x="6858000" y="19050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7AE"/>
                </a:solidFill>
                <a:latin typeface="Bitstream Charter"/>
                <a:ea typeface="Bitstream Charter"/>
                <a:cs typeface="Bitstream Charter"/>
              </a:defRPr>
            </a:pPr>
            <a:r>
              <a:rPr sz="1275" b="0">
                <a:solidFill>
                  <a:srgbClr val="9CA7AE"/>
                </a:solidFill>
                <a:latin typeface="Bitstream Charter"/>
                <a:ea typeface="Bitstream Charter"/>
                <a:cs typeface="Bitstream Charter"/>
              </a:rPr>
              <a:t>Kat must play competence, grief, doubt, and awakening inside the same scene.</a:t>
            </a:r>
          </a:p>
        </p:txBody>
      </p:sp>
      <p:sp>
        <p:nvSpPr>
          <p:cNvPr id="12" name="">
            <a:extLst xmlns:a="http://schemas.openxmlformats.org/drawingml/2006/main">
              <a:ext uri="{FF2B5EF4-FFF2-40B4-BE49-F238E27FC236}">
                <a16:creationId xmlns:a16="http://schemas.microsoft.com/office/drawing/2014/main" id="{3DEECF4D-B54B-4EA6-8ED8-A8F30B5F8F1D}"/>
              </a:ext>
            </a:extLst>
          </p:cNvPr>
          <p:cNvSpPr>
            <a:spLocks xmlns:a="http://schemas.openxmlformats.org/drawingml/2006/main" noGrp="1"/>
          </p:cNvSpPr>
          <p:nvPr/>
        </p:nvSpPr>
        <p:spPr>
          <a:xfrm xmlns:a="http://schemas.openxmlformats.org/drawingml/2006/main">
            <a:off x="619125" y="30480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70ED10DF-471D-4EBB-9C1C-7ED23A791212}"/>
              </a:ext>
            </a:extLst>
          </p:cNvPr>
          <p:cNvSpPr>
            <a:spLocks xmlns:a="http://schemas.openxmlformats.org/drawingml/2006/main" noGrp="1"/>
          </p:cNvSpPr>
          <p:nvPr/>
        </p:nvSpPr>
        <p:spPr>
          <a:xfrm xmlns:a="http://schemas.openxmlformats.org/drawingml/2006/main">
            <a:off x="1047750" y="3048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1ECDD"/>
                </a:solidFill>
                <a:latin typeface="Bitstream Charter"/>
                <a:ea typeface="Bitstream Charter"/>
                <a:cs typeface="Bitstream Charter"/>
              </a:defRPr>
            </a:pPr>
            <a:r>
              <a:rPr sz="1500" b="1">
                <a:solidFill>
                  <a:srgbClr val="F1ECDD"/>
                </a:solidFill>
                <a:latin typeface="Bitstream Charter"/>
                <a:ea typeface="Bitstream Charter"/>
                <a:cs typeface="Bitstream Charter"/>
              </a:rPr>
              <a:t>Global scope with disciplined production</a:t>
            </a:r>
          </a:p>
        </p:txBody>
      </p:sp>
      <p:sp>
        <p:nvSpPr>
          <p:cNvPr id="14" name="">
            <a:extLst xmlns:a="http://schemas.openxmlformats.org/drawingml/2006/main">
              <a:ext uri="{FF2B5EF4-FFF2-40B4-BE49-F238E27FC236}">
                <a16:creationId xmlns:a16="http://schemas.microsoft.com/office/drawing/2014/main" id="{3CF9BCE1-2A45-43FD-B251-B049E3DB364C}"/>
              </a:ext>
            </a:extLst>
          </p:cNvPr>
          <p:cNvSpPr>
            <a:spLocks xmlns:a="http://schemas.openxmlformats.org/drawingml/2006/main" noGrp="1"/>
          </p:cNvSpPr>
          <p:nvPr/>
        </p:nvSpPr>
        <p:spPr>
          <a:xfrm xmlns:a="http://schemas.openxmlformats.org/drawingml/2006/main">
            <a:off x="1047750" y="34290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7AE"/>
                </a:solidFill>
                <a:latin typeface="Bitstream Charter"/>
                <a:ea typeface="Bitstream Charter"/>
                <a:cs typeface="Bitstream Charter"/>
              </a:defRPr>
            </a:pPr>
            <a:r>
              <a:rPr sz="1275" b="0">
                <a:solidFill>
                  <a:srgbClr val="9CA7AE"/>
                </a:solidFill>
                <a:latin typeface="Bitstream Charter"/>
                <a:ea typeface="Bitstream Charter"/>
                <a:cs typeface="Bitstream Charter"/>
              </a:rPr>
              <a:t>Diplomatic interiors and a few signature international sequences create scale without constant spectacle.</a:t>
            </a:r>
          </a:p>
        </p:txBody>
      </p:sp>
      <p:sp>
        <p:nvSpPr>
          <p:cNvPr id="15" name="">
            <a:extLst xmlns:a="http://schemas.openxmlformats.org/drawingml/2006/main">
              <a:ext uri="{FF2B5EF4-FFF2-40B4-BE49-F238E27FC236}">
                <a16:creationId xmlns:a16="http://schemas.microsoft.com/office/drawing/2014/main" id="{EE3B50E4-6201-4442-AE51-2983EC101F5F}"/>
              </a:ext>
            </a:extLst>
          </p:cNvPr>
          <p:cNvSpPr>
            <a:spLocks xmlns:a="http://schemas.openxmlformats.org/drawingml/2006/main" noGrp="1"/>
          </p:cNvSpPr>
          <p:nvPr/>
        </p:nvSpPr>
        <p:spPr>
          <a:xfrm xmlns:a="http://schemas.openxmlformats.org/drawingml/2006/main">
            <a:off x="6429375" y="30480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a:t>
            </a:r>
          </a:p>
        </p:txBody>
      </p:sp>
      <p:sp>
        <p:nvSpPr>
          <p:cNvPr id="16" name="">
            <a:extLst xmlns:a="http://schemas.openxmlformats.org/drawingml/2006/main">
              <a:ext uri="{FF2B5EF4-FFF2-40B4-BE49-F238E27FC236}">
                <a16:creationId xmlns:a16="http://schemas.microsoft.com/office/drawing/2014/main" id="{CE53F159-366F-41F7-AE1C-FCB55AAA42E2}"/>
              </a:ext>
            </a:extLst>
          </p:cNvPr>
          <p:cNvSpPr>
            <a:spLocks xmlns:a="http://schemas.openxmlformats.org/drawingml/2006/main" noGrp="1"/>
          </p:cNvSpPr>
          <p:nvPr/>
        </p:nvSpPr>
        <p:spPr>
          <a:xfrm xmlns:a="http://schemas.openxmlformats.org/drawingml/2006/main">
            <a:off x="6858000" y="3048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1ECDD"/>
                </a:solidFill>
                <a:latin typeface="Bitstream Charter"/>
                <a:ea typeface="Bitstream Charter"/>
                <a:cs typeface="Bitstream Charter"/>
              </a:defRPr>
            </a:pPr>
            <a:r>
              <a:rPr sz="1500" b="1">
                <a:solidFill>
                  <a:srgbClr val="F1ECDD"/>
                </a:solidFill>
                <a:latin typeface="Bitstream Charter"/>
                <a:ea typeface="Bitstream Charter"/>
                <a:cs typeface="Bitstream Charter"/>
              </a:rPr>
              <a:t>A commercial conspiracy</a:t>
            </a:r>
          </a:p>
        </p:txBody>
      </p:sp>
      <p:sp>
        <p:nvSpPr>
          <p:cNvPr id="17" name="">
            <a:extLst xmlns:a="http://schemas.openxmlformats.org/drawingml/2006/main">
              <a:ext uri="{FF2B5EF4-FFF2-40B4-BE49-F238E27FC236}">
                <a16:creationId xmlns:a16="http://schemas.microsoft.com/office/drawing/2014/main" id="{A27295DA-8922-4AD5-A7A1-02391F96AA55}"/>
              </a:ext>
            </a:extLst>
          </p:cNvPr>
          <p:cNvSpPr>
            <a:spLocks xmlns:a="http://schemas.openxmlformats.org/drawingml/2006/main" noGrp="1"/>
          </p:cNvSpPr>
          <p:nvPr/>
        </p:nvSpPr>
        <p:spPr>
          <a:xfrm xmlns:a="http://schemas.openxmlformats.org/drawingml/2006/main">
            <a:off x="6858000" y="34290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7AE"/>
                </a:solidFill>
                <a:latin typeface="Bitstream Charter"/>
                <a:ea typeface="Bitstream Charter"/>
                <a:cs typeface="Bitstream Charter"/>
              </a:defRPr>
            </a:pPr>
            <a:r>
              <a:rPr sz="1275" b="0">
                <a:solidFill>
                  <a:srgbClr val="9CA7AE"/>
                </a:solidFill>
                <a:latin typeface="Bitstream Charter"/>
                <a:ea typeface="Bitstream Charter"/>
                <a:cs typeface="Bitstream Charter"/>
              </a:rPr>
              <a:t>Article 7 turns policy into danger: cross-border covert authority with limited oversight.</a:t>
            </a:r>
          </a:p>
        </p:txBody>
      </p:sp>
      <p:sp>
        <p:nvSpPr>
          <p:cNvPr id="18" name="">
            <a:extLst xmlns:a="http://schemas.openxmlformats.org/drawingml/2006/main">
              <a:ext uri="{FF2B5EF4-FFF2-40B4-BE49-F238E27FC236}">
                <a16:creationId xmlns:a16="http://schemas.microsoft.com/office/drawing/2014/main" id="{EB711C5F-A03D-40A4-B2CE-BCFE26451579}"/>
              </a:ext>
            </a:extLst>
          </p:cNvPr>
          <p:cNvSpPr>
            <a:spLocks xmlns:a="http://schemas.openxmlformats.org/drawingml/2006/main" noGrp="1"/>
          </p:cNvSpPr>
          <p:nvPr/>
        </p:nvSpPr>
        <p:spPr>
          <a:xfrm xmlns:a="http://schemas.openxmlformats.org/drawingml/2006/main">
            <a:off x="619125" y="45720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a:t>
            </a:r>
          </a:p>
        </p:txBody>
      </p:sp>
      <p:sp>
        <p:nvSpPr>
          <p:cNvPr id="19" name="">
            <a:extLst xmlns:a="http://schemas.openxmlformats.org/drawingml/2006/main">
              <a:ext uri="{FF2B5EF4-FFF2-40B4-BE49-F238E27FC236}">
                <a16:creationId xmlns:a16="http://schemas.microsoft.com/office/drawing/2014/main" id="{9616BC74-3EC8-4BD3-A762-E5D431988E62}"/>
              </a:ext>
            </a:extLst>
          </p:cNvPr>
          <p:cNvSpPr>
            <a:spLocks xmlns:a="http://schemas.openxmlformats.org/drawingml/2006/main" noGrp="1"/>
          </p:cNvSpPr>
          <p:nvPr/>
        </p:nvSpPr>
        <p:spPr>
          <a:xfrm xmlns:a="http://schemas.openxmlformats.org/drawingml/2006/main">
            <a:off x="1047750" y="4572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1ECDD"/>
                </a:solidFill>
                <a:latin typeface="Bitstream Charter"/>
                <a:ea typeface="Bitstream Charter"/>
                <a:cs typeface="Bitstream Charter"/>
              </a:defRPr>
            </a:pPr>
            <a:r>
              <a:rPr sz="1500" b="1">
                <a:solidFill>
                  <a:srgbClr val="F1ECDD"/>
                </a:solidFill>
                <a:latin typeface="Bitstream Charter"/>
                <a:ea typeface="Bitstream Charter"/>
                <a:cs typeface="Bitstream Charter"/>
              </a:rPr>
              <a:t>Emotional stakes beneath the tradecraft</a:t>
            </a:r>
          </a:p>
        </p:txBody>
      </p:sp>
      <p:sp>
        <p:nvSpPr>
          <p:cNvPr id="20" name="">
            <a:extLst xmlns:a="http://schemas.openxmlformats.org/drawingml/2006/main">
              <a:ext uri="{FF2B5EF4-FFF2-40B4-BE49-F238E27FC236}">
                <a16:creationId xmlns:a16="http://schemas.microsoft.com/office/drawing/2014/main" id="{E4020339-D182-4482-A8F0-92FF54B04200}"/>
              </a:ext>
            </a:extLst>
          </p:cNvPr>
          <p:cNvSpPr>
            <a:spLocks xmlns:a="http://schemas.openxmlformats.org/drawingml/2006/main" noGrp="1"/>
          </p:cNvSpPr>
          <p:nvPr/>
        </p:nvSpPr>
        <p:spPr>
          <a:xfrm xmlns:a="http://schemas.openxmlformats.org/drawingml/2006/main">
            <a:off x="1047750" y="49530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7AE"/>
                </a:solidFill>
                <a:latin typeface="Bitstream Charter"/>
                <a:ea typeface="Bitstream Charter"/>
                <a:cs typeface="Bitstream Charter"/>
              </a:defRPr>
            </a:pPr>
            <a:r>
              <a:rPr sz="1275" b="0">
                <a:solidFill>
                  <a:srgbClr val="9CA7AE"/>
                </a:solidFill>
                <a:latin typeface="Bitstream Charter"/>
                <a:ea typeface="Bitstream Charter"/>
                <a:cs typeface="Bitstream Charter"/>
              </a:rPr>
              <a:t>The love story gives every clue a personal cost.</a:t>
            </a:r>
          </a:p>
        </p:txBody>
      </p:sp>
      <p:sp>
        <p:nvSpPr>
          <p:cNvPr id="21" name="">
            <a:extLst xmlns:a="http://schemas.openxmlformats.org/drawingml/2006/main">
              <a:ext uri="{FF2B5EF4-FFF2-40B4-BE49-F238E27FC236}">
                <a16:creationId xmlns:a16="http://schemas.microsoft.com/office/drawing/2014/main" id="{3DC13B44-71DF-4F53-A80C-A8B177C635BB}"/>
              </a:ext>
            </a:extLst>
          </p:cNvPr>
          <p:cNvSpPr>
            <a:spLocks xmlns:a="http://schemas.openxmlformats.org/drawingml/2006/main" noGrp="1"/>
          </p:cNvSpPr>
          <p:nvPr/>
        </p:nvSpPr>
        <p:spPr>
          <a:xfrm xmlns:a="http://schemas.openxmlformats.org/drawingml/2006/main">
            <a:off x="6429375" y="4572000"/>
            <a:ext cx="428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l">
              <a:defRPr sz="1875" b="1">
                <a:solidFill>
                  <a:srgbClr val="C9393F"/>
                </a:solidFill>
                <a:latin typeface="Bitstream Charter"/>
                <a:ea typeface="Bitstream Charter"/>
                <a:cs typeface="Bitstream Charter"/>
              </a:defRPr>
            </a:pPr>
            <a:r>
              <a:rPr sz="1875" b="1">
                <a:solidFill>
                  <a:srgbClr val="C9393F"/>
                </a:solidFill>
                <a:latin typeface="Bitstream Charter"/>
                <a:ea typeface="Bitstream Charter"/>
                <a:cs typeface="Bitstream Charter"/>
              </a:rPr>
              <a:t>✓</a:t>
            </a:r>
          </a:p>
        </p:txBody>
      </p:sp>
      <p:sp>
        <p:nvSpPr>
          <p:cNvPr id="22" name="">
            <a:extLst xmlns:a="http://schemas.openxmlformats.org/drawingml/2006/main">
              <a:ext uri="{FF2B5EF4-FFF2-40B4-BE49-F238E27FC236}">
                <a16:creationId xmlns:a16="http://schemas.microsoft.com/office/drawing/2014/main" id="{791606B7-EDD0-4761-9747-82F663E32292}"/>
              </a:ext>
            </a:extLst>
          </p:cNvPr>
          <p:cNvSpPr>
            <a:spLocks xmlns:a="http://schemas.openxmlformats.org/drawingml/2006/main" noGrp="1"/>
          </p:cNvSpPr>
          <p:nvPr/>
        </p:nvSpPr>
        <p:spPr>
          <a:xfrm xmlns:a="http://schemas.openxmlformats.org/drawingml/2006/main">
            <a:off x="6858000" y="45720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1ECDD"/>
                </a:solidFill>
                <a:latin typeface="Bitstream Charter"/>
                <a:ea typeface="Bitstream Charter"/>
                <a:cs typeface="Bitstream Charter"/>
              </a:defRPr>
            </a:pPr>
            <a:r>
              <a:rPr sz="1500" b="1">
                <a:solidFill>
                  <a:srgbClr val="F1ECDD"/>
                </a:solidFill>
                <a:latin typeface="Bitstream Charter"/>
                <a:ea typeface="Bitstream Charter"/>
                <a:cs typeface="Bitstream Charter"/>
              </a:rPr>
              <a:t>A visual brand audiences can remember</a:t>
            </a:r>
          </a:p>
        </p:txBody>
      </p:sp>
      <p:sp>
        <p:nvSpPr>
          <p:cNvPr id="23" name="">
            <a:extLst xmlns:a="http://schemas.openxmlformats.org/drawingml/2006/main">
              <a:ext uri="{FF2B5EF4-FFF2-40B4-BE49-F238E27FC236}">
                <a16:creationId xmlns:a16="http://schemas.microsoft.com/office/drawing/2014/main" id="{16EF73FD-98CB-4F4F-ABBC-1519B6EC5940}"/>
              </a:ext>
            </a:extLst>
          </p:cNvPr>
          <p:cNvSpPr>
            <a:spLocks xmlns:a="http://schemas.openxmlformats.org/drawingml/2006/main" noGrp="1"/>
          </p:cNvSpPr>
          <p:nvPr/>
        </p:nvSpPr>
        <p:spPr>
          <a:xfrm xmlns:a="http://schemas.openxmlformats.org/drawingml/2006/main">
            <a:off x="6858000" y="495300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9CA7AE"/>
                </a:solidFill>
                <a:latin typeface="Bitstream Charter"/>
                <a:ea typeface="Bitstream Charter"/>
                <a:cs typeface="Bitstream Charter"/>
              </a:defRPr>
            </a:pPr>
            <a:r>
              <a:rPr sz="1275" b="0">
                <a:solidFill>
                  <a:srgbClr val="9CA7AE"/>
                </a:solidFill>
                <a:latin typeface="Bitstream Charter"/>
                <a:ea typeface="Bitstream Charter"/>
                <a:cs typeface="Bitstream Charter"/>
              </a:rPr>
              <a:t>Page 41, the edelweiss pin, and the three-two rhythm become franchise symbols.</a:t>
            </a:r>
          </a:p>
        </p:txBody>
      </p:sp>
    </p:spTree>
    <p:extLst>
      <p:ext uri="{BB962C8B-B14F-4D97-AF65-F5344CB8AC3E}">
        <p14:creationId xmlns:p14="http://schemas.microsoft.com/office/powerpoint/2010/main" val="534793846"/>
      </p:ext>
    </p:extLst>
  </p:cSld>
</p:sld>
</file>

<file path=ppt/slides/slide12.xml><?xml version="1.0" encoding="utf-8"?>
<p:sld xmlns:p="http://schemas.openxmlformats.org/presentationml/2006/main">
  <p:cSld>
    <p:bg>
      <p:bgPr>
        <a:solidFill xmlns:a="http://schemas.openxmlformats.org/drawingml/2006/main">
          <a:srgbClr val="09131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148B22F-9A65-412B-BBBC-45760C1E632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950B75-8060-4B42-A165-D4495FDB5E50}"/>
              </a:ext>
            </a:extLst>
          </p:cNvPr>
          <p:cNvSpPr>
            <a:spLocks xmlns:a="http://schemas.openxmlformats.org/drawingml/2006/main" noGrp="1"/>
          </p:cNvSpPr>
          <p:nvPr/>
        </p:nvSpPr>
        <p:spPr>
          <a:xfrm xmlns:a="http://schemas.openxmlformats.org/drawingml/2006/main">
            <a:off x="400050" y="2667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C9393F"/>
                </a:solidFill>
                <a:latin typeface="Bitstream Charter"/>
                <a:ea typeface="Bitstream Charter"/>
                <a:cs typeface="Bitstream Charter"/>
              </a:defRPr>
            </a:pPr>
            <a:r>
              <a:rPr sz="1050" b="1">
                <a:solidFill>
                  <a:srgbClr val="C9393F"/>
                </a:solidFill>
                <a:latin typeface="Bitstream Charter"/>
                <a:ea typeface="Bitstream Charter"/>
                <a:cs typeface="Bitstream Charter"/>
              </a:rPr>
              <a:t>12</a:t>
            </a:r>
          </a:p>
        </p:txBody>
      </p:sp>
      <p:sp>
        <p:nvSpPr>
          <p:cNvPr id="3" name="">
            <a:extLst xmlns:a="http://schemas.openxmlformats.org/drawingml/2006/main">
              <a:ext uri="{FF2B5EF4-FFF2-40B4-BE49-F238E27FC236}">
                <a16:creationId xmlns:a16="http://schemas.microsoft.com/office/drawing/2014/main" id="{3AEA10B7-B3B5-4C18-9E13-4B48A83BE3EC}"/>
              </a:ext>
            </a:extLst>
          </p:cNvPr>
          <p:cNvSpPr>
            <a:spLocks xmlns:a="http://schemas.openxmlformats.org/drawingml/2006/main" noGrp="1"/>
          </p:cNvSpPr>
          <p:nvPr/>
        </p:nvSpPr>
        <p:spPr>
          <a:xfrm xmlns:a="http://schemas.openxmlformats.org/drawingml/2006/main">
            <a:off x="400050" y="571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1ECDD"/>
                </a:solidFill>
                <a:latin typeface="Bitstream Charter"/>
                <a:ea typeface="Bitstream Charter"/>
                <a:cs typeface="Bitstream Charter"/>
              </a:defRPr>
            </a:pPr>
            <a:r>
              <a:rPr sz="2550" b="1">
                <a:solidFill>
                  <a:srgbClr val="F1ECDD"/>
                </a:solidFill>
                <a:latin typeface="Bitstream Charter"/>
                <a:ea typeface="Bitstream Charter"/>
                <a:cs typeface="Bitstream Charter"/>
              </a:rPr>
              <a:t>Materials &amp; Next Steps</a:t>
            </a:r>
          </a:p>
        </p:txBody>
      </p:sp>
      <p:sp>
        <p:nvSpPr>
          <p:cNvPr id="4" name="">
            <a:extLst xmlns:a="http://schemas.openxmlformats.org/drawingml/2006/main">
              <a:ext uri="{FF2B5EF4-FFF2-40B4-BE49-F238E27FC236}">
                <a16:creationId xmlns:a16="http://schemas.microsoft.com/office/drawing/2014/main" id="{314F048C-A9DA-4F06-8B6E-629C441111E1}"/>
              </a:ext>
            </a:extLst>
          </p:cNvPr>
          <p:cNvSpPr>
            <a:spLocks xmlns:a="http://schemas.openxmlformats.org/drawingml/2006/main" noGrp="1"/>
          </p:cNvSpPr>
          <p:nvPr/>
        </p:nvSpPr>
        <p:spPr>
          <a:xfrm xmlns:a="http://schemas.openxmlformats.org/drawingml/2006/main">
            <a:off x="419100" y="1066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9CA7AE"/>
                </a:solidFill>
                <a:latin typeface="Bitstream Charter"/>
                <a:ea typeface="Bitstream Charter"/>
                <a:cs typeface="Bitstream Charter"/>
              </a:defRPr>
            </a:pPr>
            <a:r>
              <a:rPr sz="1200" b="0">
                <a:solidFill>
                  <a:srgbClr val="9CA7AE"/>
                </a:solidFill>
                <a:latin typeface="Bitstream Charter"/>
                <a:ea typeface="Bitstream Charter"/>
                <a:cs typeface="Bitstream Charter"/>
              </a:rPr>
              <a:t>Position PAGE 41 for premium buyers and producing partners</a:t>
            </a:r>
          </a:p>
        </p:txBody>
      </p:sp>
      <p:sp>
        <p:nvSpPr>
          <p:cNvPr id="5" name="">
            <a:extLst xmlns:a="http://schemas.openxmlformats.org/drawingml/2006/main">
              <a:ext uri="{FF2B5EF4-FFF2-40B4-BE49-F238E27FC236}">
                <a16:creationId xmlns:a16="http://schemas.microsoft.com/office/drawing/2014/main" id="{10A07C12-B07E-4E3F-874C-BE0FD8AA7292}"/>
              </a:ext>
            </a:extLst>
          </p:cNvPr>
          <p:cNvSpPr>
            <a:spLocks xmlns:a="http://schemas.openxmlformats.org/drawingml/2006/main" noGrp="1"/>
          </p:cNvSpPr>
          <p:nvPr/>
        </p:nvSpPr>
        <p:spPr>
          <a:xfrm xmlns:a="http://schemas.openxmlformats.org/drawingml/2006/main">
            <a:off x="10287000" y="6410325"/>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r">
              <a:defRPr sz="900" b="1">
                <a:solidFill>
                  <a:srgbClr val="9CA7AE"/>
                </a:solidFill>
                <a:latin typeface="Bitstream Charter"/>
                <a:ea typeface="Bitstream Charter"/>
                <a:cs typeface="Bitstream Charter"/>
              </a:defRPr>
            </a:pPr>
            <a:r>
              <a:rPr sz="900" b="1">
                <a:solidFill>
                  <a:srgbClr val="9CA7AE"/>
                </a:solidFill>
                <a:latin typeface="Bitstream Charter"/>
                <a:ea typeface="Bitstream Charter"/>
                <a:cs typeface="Bitstream Charter"/>
              </a:rPr>
              <a:t>PAGE 41</a:t>
            </a:r>
          </a:p>
        </p:txBody>
      </p:sp>
      <p:sp>
        <p:nvSpPr>
          <p:cNvPr id="6" name="">
            <a:extLst xmlns:a="http://schemas.openxmlformats.org/drawingml/2006/main">
              <a:ext uri="{FF2B5EF4-FFF2-40B4-BE49-F238E27FC236}">
                <a16:creationId xmlns:a16="http://schemas.microsoft.com/office/drawing/2014/main" id="{B93A7BB8-4F49-4C08-9026-6FCCD7138FB6}"/>
              </a:ext>
            </a:extLst>
          </p:cNvPr>
          <p:cNvSpPr>
            <a:spLocks xmlns:a="http://schemas.openxmlformats.org/drawingml/2006/main" noGrp="1"/>
          </p:cNvSpPr>
          <p:nvPr/>
        </p:nvSpPr>
        <p:spPr>
          <a:xfrm xmlns:a="http://schemas.openxmlformats.org/drawingml/2006/main">
            <a:off x="714375" y="1619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AVAILABLE</a:t>
            </a:r>
          </a:p>
        </p:txBody>
      </p:sp>
      <p:sp>
        <p:nvSpPr>
          <p:cNvPr id="7" name="">
            <a:extLst xmlns:a="http://schemas.openxmlformats.org/drawingml/2006/main">
              <a:ext uri="{FF2B5EF4-FFF2-40B4-BE49-F238E27FC236}">
                <a16:creationId xmlns:a16="http://schemas.microsoft.com/office/drawing/2014/main" id="{F004BFEC-B4E5-4743-8255-3E78A156AD33}"/>
              </a:ext>
            </a:extLst>
          </p:cNvPr>
          <p:cNvSpPr>
            <a:spLocks xmlns:a="http://schemas.openxmlformats.org/drawingml/2006/main" noGrp="1"/>
          </p:cNvSpPr>
          <p:nvPr/>
        </p:nvSpPr>
        <p:spPr>
          <a:xfrm xmlns:a="http://schemas.openxmlformats.org/drawingml/2006/main">
            <a:off x="714375" y="2143125"/>
            <a:ext cx="4000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Pilot screenplay</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Series premise and character engine</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Pitch deck</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Teaser concept and visual language</a:t>
            </a:r>
          </a:p>
        </p:txBody>
      </p:sp>
      <p:sp>
        <p:nvSpPr>
          <p:cNvPr id="8" name="">
            <a:extLst xmlns:a="http://schemas.openxmlformats.org/drawingml/2006/main">
              <a:ext uri="{FF2B5EF4-FFF2-40B4-BE49-F238E27FC236}">
                <a16:creationId xmlns:a16="http://schemas.microsoft.com/office/drawing/2014/main" id="{C21AAD1C-B6E9-4110-BE08-33B14612AAFC}"/>
              </a:ext>
            </a:extLst>
          </p:cNvPr>
          <p:cNvSpPr>
            <a:spLocks xmlns:a="http://schemas.openxmlformats.org/drawingml/2006/main" noGrp="1"/>
          </p:cNvSpPr>
          <p:nvPr/>
        </p:nvSpPr>
        <p:spPr>
          <a:xfrm xmlns:a="http://schemas.openxmlformats.org/drawingml/2006/main">
            <a:off x="5476875" y="1619250"/>
            <a:ext cx="28575" cy="3333750"/>
          </a:xfrm>
          <a:prstGeom xmlns:a="http://schemas.openxmlformats.org/drawingml/2006/main" prst="rect">
            <a:avLst/>
          </a:prstGeom>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ACED37-78D1-4A5D-9A78-32DA993C0BEF}"/>
              </a:ext>
            </a:extLst>
          </p:cNvPr>
          <p:cNvSpPr>
            <a:spLocks xmlns:a="http://schemas.openxmlformats.org/drawingml/2006/main" noGrp="1"/>
          </p:cNvSpPr>
          <p:nvPr/>
        </p:nvSpPr>
        <p:spPr>
          <a:xfrm xmlns:a="http://schemas.openxmlformats.org/drawingml/2006/main">
            <a:off x="6096000" y="16192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C9393F"/>
                </a:solidFill>
                <a:latin typeface="Bitstream Charter"/>
                <a:ea typeface="Bitstream Charter"/>
                <a:cs typeface="Bitstream Charter"/>
              </a:defRPr>
            </a:pPr>
            <a:r>
              <a:rPr sz="1800" b="1">
                <a:solidFill>
                  <a:srgbClr val="C9393F"/>
                </a:solidFill>
                <a:latin typeface="Bitstream Charter"/>
                <a:ea typeface="Bitstream Charter"/>
                <a:cs typeface="Bitstream Charter"/>
              </a:rPr>
              <a:t>NEXT</a:t>
            </a:r>
          </a:p>
        </p:txBody>
      </p:sp>
      <p:sp>
        <p:nvSpPr>
          <p:cNvPr id="10" name="">
            <a:extLst xmlns:a="http://schemas.openxmlformats.org/drawingml/2006/main">
              <a:ext uri="{FF2B5EF4-FFF2-40B4-BE49-F238E27FC236}">
                <a16:creationId xmlns:a16="http://schemas.microsoft.com/office/drawing/2014/main" id="{AB2CD3FB-CE9F-4CD6-BBDD-F15D3EB019A6}"/>
              </a:ext>
            </a:extLst>
          </p:cNvPr>
          <p:cNvSpPr>
            <a:spLocks xmlns:a="http://schemas.openxmlformats.org/drawingml/2006/main" noGrp="1"/>
          </p:cNvSpPr>
          <p:nvPr/>
        </p:nvSpPr>
        <p:spPr>
          <a:xfrm xmlns:a="http://schemas.openxmlformats.org/drawingml/2006/main">
            <a:off x="6096000" y="214312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Lock the final continuity and proofread pass</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Build an eight-episode season map</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Create the series bible and pilot one-sheet</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Package director and lead-cast targets</a:t>
            </a:r>
          </a:p>
          <a:p xmlns:a="http://schemas.openxmlformats.org/drawingml/2006/main">
            <a:pPr algn="l">
              <a:defRPr sz="1575" b="0">
                <a:solidFill>
                  <a:srgbClr val="F1ECDD"/>
                </a:solidFill>
                <a:latin typeface="Bitstream Charter"/>
                <a:ea typeface="Bitstream Charter"/>
                <a:cs typeface="Bitstream Charter"/>
              </a:defRPr>
            </a:pPr>
            <a:r>
              <a:rPr sz="1575" b="0">
                <a:solidFill>
                  <a:srgbClr val="F1ECDD"/>
                </a:solidFill>
                <a:latin typeface="Bitstream Charter"/>
                <a:ea typeface="Bitstream Charter"/>
                <a:cs typeface="Bitstream Charter"/>
              </a:rPr>
              <a:t>Prepare buyer-specific versions</a:t>
            </a:r>
          </a:p>
        </p:txBody>
      </p:sp>
      <p:sp>
        <p:nvSpPr>
          <p:cNvPr id="11" name="">
            <a:extLst xmlns:a="http://schemas.openxmlformats.org/drawingml/2006/main">
              <a:ext uri="{FF2B5EF4-FFF2-40B4-BE49-F238E27FC236}">
                <a16:creationId xmlns:a16="http://schemas.microsoft.com/office/drawing/2014/main" id="{9649795F-C517-474C-9A96-7E0220D40A3D}"/>
              </a:ext>
            </a:extLst>
          </p:cNvPr>
          <p:cNvSpPr>
            <a:spLocks xmlns:a="http://schemas.openxmlformats.org/drawingml/2006/main" noGrp="1"/>
          </p:cNvSpPr>
          <p:nvPr/>
        </p:nvSpPr>
        <p:spPr>
          <a:xfrm xmlns:a="http://schemas.openxmlformats.org/drawingml/2006/main">
            <a:off x="714375" y="538162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9CA7AE"/>
                </a:solidFill>
                <a:latin typeface="Bitstream Charter"/>
                <a:ea typeface="Bitstream Charter"/>
                <a:cs typeface="Bitstream Charter"/>
              </a:defRPr>
            </a:pPr>
            <a:r>
              <a:rPr sz="1200" b="1">
                <a:solidFill>
                  <a:srgbClr val="9CA7AE"/>
                </a:solidFill>
                <a:latin typeface="Bitstream Charter"/>
                <a:ea typeface="Bitstream Charter"/>
                <a:cs typeface="Bitstream Charter"/>
              </a:rPr>
              <a:t>THE PROMISE</a:t>
            </a:r>
          </a:p>
        </p:txBody>
      </p:sp>
      <p:sp>
        <p:nvSpPr>
          <p:cNvPr id="12" name="">
            <a:extLst xmlns:a="http://schemas.openxmlformats.org/drawingml/2006/main">
              <a:ext uri="{FF2B5EF4-FFF2-40B4-BE49-F238E27FC236}">
                <a16:creationId xmlns:a16="http://schemas.microsoft.com/office/drawing/2014/main" id="{A80C4ACD-31C5-482C-B2D9-C5590F0ABD07}"/>
              </a:ext>
            </a:extLst>
          </p:cNvPr>
          <p:cNvSpPr>
            <a:spLocks xmlns:a="http://schemas.openxmlformats.org/drawingml/2006/main" noGrp="1"/>
          </p:cNvSpPr>
          <p:nvPr/>
        </p:nvSpPr>
        <p:spPr>
          <a:xfrm xmlns:a="http://schemas.openxmlformats.org/drawingml/2006/main">
            <a:off x="2571750" y="5219700"/>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73"/>
          </a:bodyPr>
          <a:lstStyle xmlns:a="http://schemas.openxmlformats.org/drawingml/2006/main"/>
          <a:p xmlns:a="http://schemas.openxmlformats.org/drawingml/2006/main">
            <a:pPr algn="l">
              <a:defRPr sz="2100" b="1">
                <a:solidFill>
                  <a:srgbClr val="C9393F"/>
                </a:solidFill>
                <a:latin typeface="Bitstream Charter"/>
                <a:ea typeface="Bitstream Charter"/>
                <a:cs typeface="Bitstream Charter"/>
              </a:defRPr>
            </a:pPr>
            <a:r>
              <a:rPr sz="2100" b="1">
                <a:solidFill>
                  <a:srgbClr val="C9393F"/>
                </a:solidFill>
                <a:latin typeface="Bitstream Charter"/>
                <a:ea typeface="Bitstream Charter"/>
                <a:cs typeface="Bitstream Charter"/>
              </a:rPr>
              <a:t>They can alter the record. They cannot silence what the body remembers.</a:t>
            </a:r>
          </a:p>
        </p:txBody>
      </p:sp>
    </p:spTree>
    <p:extLst>
      <p:ext uri="{BB962C8B-B14F-4D97-AF65-F5344CB8AC3E}">
        <p14:creationId xmlns:p14="http://schemas.microsoft.com/office/powerpoint/2010/main" val="215595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2026-10-03T23:31:03.9940000Z</dcterms:created>
  <dcterms:modified xsi:type="dcterms:W3CDTF">2026-10-03T23:31:03.9940000Z</dcterms:modified>
</coreProperties>
</file>