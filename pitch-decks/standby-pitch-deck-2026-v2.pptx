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5a3c8f6d3b479a" /><Relationship Type="http://schemas.openxmlformats.org/officeDocument/2006/relationships/extended-properties" Target="/docProps/app.xml" Id="R7dccbec8326e45df" /><Relationship Type="http://schemas.openxmlformats.org/officeDocument/2006/relationships/officeDocument" Target="/ppt/presentation.xml" Id="R8276b12bd25e4b00" /></Relationships>
</file>

<file path=ppt/presentation.xml><?xml version="1.0" encoding="utf-8"?>
<p:presentation xmlns:p="http://schemas.openxmlformats.org/presentationml/2006/main">
  <p:sldMasterIdLst>
    <p:sldMasterId xmlns:r="http://schemas.openxmlformats.org/officeDocument/2006/relationships" id="2147483648" r:id="R4cbd3a5e17444b06"/>
  </p:sldMasterIdLst>
  <p:notesMasterIdLst>
    <p:notesMasterId xmlns:r="http://schemas.openxmlformats.org/officeDocument/2006/relationships" r:id="R799d1e92361e4b58"/>
  </p:notesMasterIdLst>
  <p:sldIdLst>
    <p:sldId xmlns:r="http://schemas.openxmlformats.org/officeDocument/2006/relationships" id="256" r:id="R09ae4138ac494ed4"/>
    <p:sldId xmlns:r="http://schemas.openxmlformats.org/officeDocument/2006/relationships" id="257" r:id="R22238c7dd4814fb6"/>
    <p:sldId xmlns:r="http://schemas.openxmlformats.org/officeDocument/2006/relationships" id="258" r:id="R233d6faf768e4e92"/>
    <p:sldId xmlns:r="http://schemas.openxmlformats.org/officeDocument/2006/relationships" id="259" r:id="R5cf535e4acba41d4"/>
    <p:sldId xmlns:r="http://schemas.openxmlformats.org/officeDocument/2006/relationships" id="260" r:id="R441490f0e0744001"/>
    <p:sldId xmlns:r="http://schemas.openxmlformats.org/officeDocument/2006/relationships" id="261" r:id="R740a4f1f3c434165"/>
    <p:sldId xmlns:r="http://schemas.openxmlformats.org/officeDocument/2006/relationships" id="262" r:id="Rb6e46e90da3a4070"/>
    <p:sldId xmlns:r="http://schemas.openxmlformats.org/officeDocument/2006/relationships" id="263" r:id="Rda2646c31c9744c4"/>
    <p:sldId xmlns:r="http://schemas.openxmlformats.org/officeDocument/2006/relationships" id="264" r:id="Ra55f52d6aa0a459a"/>
    <p:sldId xmlns:r="http://schemas.openxmlformats.org/officeDocument/2006/relationships" id="265" r:id="Rf6e45f02a93d4b68"/>
    <p:sldId xmlns:r="http://schemas.openxmlformats.org/officeDocument/2006/relationships" id="266" r:id="R8856388bb68342e2"/>
    <p:sldId xmlns:r="http://schemas.openxmlformats.org/officeDocument/2006/relationships" id="267" r:id="Rb427befeafff4e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6e2b10a5e44e22" /><Relationship Type="http://schemas.openxmlformats.org/officeDocument/2006/relationships/slideMaster" Target="/ppt/slideMasters/slideMaster1.xml" Id="R4cbd3a5e17444b06" /><Relationship Type="http://schemas.openxmlformats.org/officeDocument/2006/relationships/notesMaster" Target="/ppt/notesMasters/notesMaster1.xml" Id="R799d1e92361e4b58" /><Relationship Type="http://schemas.openxmlformats.org/officeDocument/2006/relationships/presProps" Target="/ppt/presProps.xml" Id="R6b3fb79a7df24e74" /><Relationship Type="http://schemas.openxmlformats.org/officeDocument/2006/relationships/tableStyles" Target="/ppt/tableStyles.xml" Id="Rb28cb40ce754465b" /><Relationship Type="http://schemas.openxmlformats.org/officeDocument/2006/relationships/slide" Target="/ppt/slides/slide1.xml" Id="R09ae4138ac494ed4" /><Relationship Type="http://schemas.openxmlformats.org/officeDocument/2006/relationships/slide" Target="/ppt/slides/slide2.xml" Id="R22238c7dd4814fb6" /><Relationship Type="http://schemas.openxmlformats.org/officeDocument/2006/relationships/slide" Target="/ppt/slides/slide3.xml" Id="R233d6faf768e4e92" /><Relationship Type="http://schemas.openxmlformats.org/officeDocument/2006/relationships/slide" Target="/ppt/slides/slide4.xml" Id="R5cf535e4acba41d4" /><Relationship Type="http://schemas.openxmlformats.org/officeDocument/2006/relationships/slide" Target="/ppt/slides/slide5.xml" Id="R441490f0e0744001" /><Relationship Type="http://schemas.openxmlformats.org/officeDocument/2006/relationships/slide" Target="/ppt/slides/slide6.xml" Id="R740a4f1f3c434165" /><Relationship Type="http://schemas.openxmlformats.org/officeDocument/2006/relationships/slide" Target="/ppt/slides/slide7.xml" Id="Rb6e46e90da3a4070" /><Relationship Type="http://schemas.openxmlformats.org/officeDocument/2006/relationships/slide" Target="/ppt/slides/slide8.xml" Id="Rda2646c31c9744c4" /><Relationship Type="http://schemas.openxmlformats.org/officeDocument/2006/relationships/slide" Target="/ppt/slides/slide9.xml" Id="Ra55f52d6aa0a459a" /><Relationship Type="http://schemas.openxmlformats.org/officeDocument/2006/relationships/slide" Target="/ppt/slides/slide10.xml" Id="Rf6e45f02a93d4b68" /><Relationship Type="http://schemas.openxmlformats.org/officeDocument/2006/relationships/slide" Target="/ppt/slides/slide11.xml" Id="R8856388bb68342e2" /><Relationship Type="http://schemas.openxmlformats.org/officeDocument/2006/relationships/slide" Target="/ppt/slides/slide12.xml" Id="Rb427befeafff4e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85539a2cc841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c8d94a63a5456c" /><Relationship Type="http://schemas.openxmlformats.org/officeDocument/2006/relationships/notesMaster" Target="/ppt/notesMasters/notesMaster1.xml" Id="Rd8c55cd20cd44d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72c58844a74356" /><Relationship Type="http://schemas.openxmlformats.org/officeDocument/2006/relationships/notesMaster" Target="/ppt/notesMasters/notesMaster1.xml" Id="R50322d82bf1b41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837c6cd0394b1c" /><Relationship Type="http://schemas.openxmlformats.org/officeDocument/2006/relationships/notesMaster" Target="/ppt/notesMasters/notesMaster1.xml" Id="Rf39877de428a47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a5bf444ad14dec" /><Relationship Type="http://schemas.openxmlformats.org/officeDocument/2006/relationships/notesMaster" Target="/ppt/notesMasters/notesMaster1.xml" Id="Re8dec6e5c4b248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809ec84f0941ff" /><Relationship Type="http://schemas.openxmlformats.org/officeDocument/2006/relationships/notesMaster" Target="/ppt/notesMasters/notesMaster1.xml" Id="R4a8411db36b140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3d7588685d49c0" /><Relationship Type="http://schemas.openxmlformats.org/officeDocument/2006/relationships/notesMaster" Target="/ppt/notesMasters/notesMaster1.xml" Id="R677c9549d08a46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15069a6d7f4f49" /><Relationship Type="http://schemas.openxmlformats.org/officeDocument/2006/relationships/notesMaster" Target="/ppt/notesMasters/notesMaster1.xml" Id="R8a4c7d8659f747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751828a2714316" /><Relationship Type="http://schemas.openxmlformats.org/officeDocument/2006/relationships/notesMaster" Target="/ppt/notesMasters/notesMaster1.xml" Id="Reefb12bd50724e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c3e285b14d4b80" /><Relationship Type="http://schemas.openxmlformats.org/officeDocument/2006/relationships/notesMaster" Target="/ppt/notesMasters/notesMaster1.xml" Id="R4e2601c0f3d74f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64ac1e7a4949ad" /><Relationship Type="http://schemas.openxmlformats.org/officeDocument/2006/relationships/notesMaster" Target="/ppt/notesMasters/notesMaster1.xml" Id="R552aff2675664a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78fbc090954db7" /><Relationship Type="http://schemas.openxmlformats.org/officeDocument/2006/relationships/notesMaster" Target="/ppt/notesMasters/notesMaster1.xml" Id="Rfde98932194f4c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2f11155d6d4279" /><Relationship Type="http://schemas.openxmlformats.org/officeDocument/2006/relationships/notesMaster" Target="/ppt/notesMasters/notesMaster1.xml" Id="Re6a7d130437847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 Chloe concept image is fictional casting visualization, not an actor attachment.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 Ben concept image is fictional casting visualization, not an actor attachment.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 Named performers are an aspirational wishlist only. No attachment or participation is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content derived from the supplied STANDBY screenplay by Kelly R. Tenney. Original concept imagery created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da05c9508c43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4e462213f14d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6f79d279bc4a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939157f32ae49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65838849f040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91616b19084f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7D16E8D-5321-4080-BE9D-FC738E8D740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E2BD49E-FF4A-4597-B17F-B0B64C00793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F11A4DC3-328B-487C-9BBD-96E5070C488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BFF8EC03-3F7C-49D9-9B8D-CA5AC4C5A122}"/>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967BE5A1-EAD7-4AE2-B8FF-B0DB03DD564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999C92E-28F8-4642-A2FD-CF0733FEF4C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BFCD2B9-F0AC-4440-A8B4-E7C0995E97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252AEE6-061A-4ECB-9CCA-50F19C48BF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E2225E95-1044-4700-83D8-3AD7C208580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0541FD2-F389-45EC-9AB3-C9C69A507E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086EAEE-B1D4-41F0-81EE-E25EA791B6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C9BD075C-E1C7-4142-A59E-7733CD1CC1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6098D14-56FE-442C-9FB8-ECECAE1DFC0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322B7AC-78C9-4718-AD9D-D3390CF3CF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B0CCCD4-FDEE-49E5-9CC8-A5FD6482B8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cc549e01c344e3" /><Relationship Type="http://schemas.openxmlformats.org/officeDocument/2006/relationships/slideLayout" Target="/ppt/slideLayouts/slideLayout1.xml" Id="R12e93276cc974d72" /><Relationship Type="http://schemas.openxmlformats.org/officeDocument/2006/relationships/slideLayout" Target="/ppt/slideLayouts/slideLayout2.xml" Id="R54a9703c5c774159" /><Relationship Type="http://schemas.openxmlformats.org/officeDocument/2006/relationships/slideLayout" Target="/ppt/slideLayouts/slideLayout3.xml" Id="R76480026854a48b1" /><Relationship Type="http://schemas.openxmlformats.org/officeDocument/2006/relationships/slideLayout" Target="/ppt/slideLayouts/slideLayout4.xml" Id="R723f82c3f75e4dd1" /><Relationship Type="http://schemas.openxmlformats.org/officeDocument/2006/relationships/slideLayout" Target="/ppt/slideLayouts/slideLayout5.xml" Id="R1c9d1bca39ed418a" /><Relationship Type="http://schemas.openxmlformats.org/officeDocument/2006/relationships/slideLayout" Target="/ppt/slideLayouts/slideLayout6.xml" Id="R86b0ec0543b841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e93276cc974d72"/>
    <p:sldLayoutId xmlns:r="http://schemas.openxmlformats.org/officeDocument/2006/relationships" id="2147483650" r:id="R54a9703c5c774159"/>
    <p:sldLayoutId xmlns:r="http://schemas.openxmlformats.org/officeDocument/2006/relationships" id="2147483651" r:id="R76480026854a48b1"/>
    <p:sldLayoutId xmlns:r="http://schemas.openxmlformats.org/officeDocument/2006/relationships" id="2147483652" r:id="R723f82c3f75e4dd1"/>
    <p:sldLayoutId xmlns:r="http://schemas.openxmlformats.org/officeDocument/2006/relationships" id="2147483653" r:id="R1c9d1bca39ed418a"/>
    <p:sldLayoutId xmlns:r="http://schemas.openxmlformats.org/officeDocument/2006/relationships" id="2147483654" r:id="R86b0ec0543b841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a27471ef5b4851" /><Relationship Type="http://schemas.openxmlformats.org/officeDocument/2006/relationships/image" Target="/ppt/media/image.png" Id="R78b958e19a444edd" /><Relationship Type="http://schemas.openxmlformats.org/officeDocument/2006/relationships/notesSlide" Target="/ppt/notesSlides/notesSlide1.xml" Id="R9f54025a291f4c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6f40932ff84386" /><Relationship Type="http://schemas.openxmlformats.org/officeDocument/2006/relationships/notesSlide" Target="/ppt/notesSlides/notesSlide2.xml" Id="Rb3ef7251aef347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45bc87cc704b60" /><Relationship Type="http://schemas.openxmlformats.org/officeDocument/2006/relationships/notesSlide" Target="/ppt/notesSlides/notesSlide3.xml" Id="R1bed3dae69164e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60f340dc964b08" /><Relationship Type="http://schemas.openxmlformats.org/officeDocument/2006/relationships/notesSlide" Target="/ppt/notesSlides/notesSlide4.xml" Id="R35e6445069974b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46842ab95554b44" /><Relationship Type="http://schemas.openxmlformats.org/officeDocument/2006/relationships/image" Target="/ppt/media/image2.png" Id="R1e9a85cd91534aa9" /><Relationship Type="http://schemas.openxmlformats.org/officeDocument/2006/relationships/notesSlide" Target="/ppt/notesSlides/notesSlide5.xml" Id="R15c9bda3332d43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a0fe449e264e97" /><Relationship Type="http://schemas.openxmlformats.org/officeDocument/2006/relationships/image" Target="/ppt/media/image3.png" Id="Rb186fdd3b5f84e5c" /><Relationship Type="http://schemas.openxmlformats.org/officeDocument/2006/relationships/notesSlide" Target="/ppt/notesSlides/notesSlide6.xml" Id="R16c92266a2ec43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72d39ea9a94bed" /><Relationship Type="http://schemas.openxmlformats.org/officeDocument/2006/relationships/notesSlide" Target="/ppt/notesSlides/notesSlide7.xml" Id="R792516e3dd5747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099059ec9974304" /><Relationship Type="http://schemas.openxmlformats.org/officeDocument/2006/relationships/image" Target="/ppt/media/image4.png" Id="R335f601e8e4f4fe8" /><Relationship Type="http://schemas.openxmlformats.org/officeDocument/2006/relationships/notesSlide" Target="/ppt/notesSlides/notesSlide8.xml" Id="Rc2610abc58e04e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02638a1d3ba497c" /><Relationship Type="http://schemas.openxmlformats.org/officeDocument/2006/relationships/image" Target="/ppt/media/image5.png" Id="R493f8d77ef1a417d" /><Relationship Type="http://schemas.openxmlformats.org/officeDocument/2006/relationships/notesSlide" Target="/ppt/notesSlides/notesSlide9.xml" Id="Rbf7babbf2cf84a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9478a352964c7d" /><Relationship Type="http://schemas.openxmlformats.org/officeDocument/2006/relationships/notesSlide" Target="/ppt/notesSlides/notesSlide10.xml" Id="R4d85842941d64b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5773c6311b4170" /><Relationship Type="http://schemas.openxmlformats.org/officeDocument/2006/relationships/notesSlide" Target="/ppt/notesSlides/notesSlide11.xml" Id="R13c24c13180949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879a67b04f4d22" /><Relationship Type="http://schemas.openxmlformats.org/officeDocument/2006/relationships/notesSlide" Target="/ppt/notesSlides/notesSlide12.xml" Id="R66400e5d301043f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8b958e19a444ed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947BC2-1A97-4B1C-B7DA-F28BD6772F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7101C">
                  <a:alpha val="92157"/>
                </a:srgbClr>
              </a:gs>
              <a:gs pos="58000">
                <a:srgbClr val="07101C">
                  <a:alpha val="14118"/>
                </a:srgbClr>
              </a:gs>
              <a:gs pos="100000">
                <a:srgbClr val="07101C">
                  <a:alpha val="65882"/>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BC6B4A0-2FBE-465D-A06A-E37DBE1DB334}"/>
              </a:ext>
            </a:extLst>
          </p:cNvPr>
          <p:cNvSpPr>
            <a:spLocks xmlns:a="http://schemas.openxmlformats.org/drawingml/2006/main" noGrp="1"/>
          </p:cNvSpPr>
          <p:nvPr/>
        </p:nvSpPr>
        <p:spPr>
          <a:xfrm xmlns:a="http://schemas.openxmlformats.org/drawingml/2006/main">
            <a:off x="638175" y="542925"/>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3D6A3"/>
                </a:solidFill>
                <a:latin typeface="Nimbus Sans"/>
                <a:ea typeface="Nimbus Sans"/>
                <a:cs typeface="Nimbus Sans"/>
              </a:defRPr>
            </a:pPr>
            <a:r>
              <a:rPr sz="975" b="1" i="0">
                <a:solidFill>
                  <a:srgbClr val="F3D6A3"/>
                </a:solidFill>
                <a:latin typeface="Nimbus Sans"/>
                <a:ea typeface="Nimbus Sans"/>
                <a:cs typeface="Nimbus Sans"/>
              </a:rPr>
              <a:t>NCCA ENTERTAINMENT PRESENTS</a:t>
            </a:r>
          </a:p>
        </p:txBody>
      </p:sp>
      <p:sp>
        <p:nvSpPr>
          <p:cNvPr id="4" name="">
            <a:extLst xmlns:a="http://schemas.openxmlformats.org/drawingml/2006/main">
              <a:ext uri="{FF2B5EF4-FFF2-40B4-BE49-F238E27FC236}">
                <a16:creationId xmlns:a16="http://schemas.microsoft.com/office/drawing/2014/main" id="{0B07F431-CCA9-48D0-BD1C-D084D7EF6100}"/>
              </a:ext>
            </a:extLst>
          </p:cNvPr>
          <p:cNvSpPr>
            <a:spLocks xmlns:a="http://schemas.openxmlformats.org/drawingml/2006/main" noGrp="1"/>
          </p:cNvSpPr>
          <p:nvPr/>
        </p:nvSpPr>
        <p:spPr>
          <a:xfrm xmlns:a="http://schemas.openxmlformats.org/drawingml/2006/main">
            <a:off x="647700" y="942975"/>
            <a:ext cx="1952625" cy="0"/>
          </a:xfrm>
          <a:prstGeom xmlns:a="http://schemas.openxmlformats.org/drawingml/2006/main" prst="line">
            <a:avLst/>
          </a:prstGeom>
          <a:noFill xmlns:a="http://schemas.openxmlformats.org/drawingml/2006/main"/>
          <a:ln xmlns:a="http://schemas.openxmlformats.org/drawingml/2006/main" w="38100">
            <a:solidFill>
              <a:srgbClr val="D9A95B"/>
            </a:solidFill>
            <a:prstDash val="solid"/>
          </a:ln>
        </p:spPr>
      </p:sp>
      <p:sp>
        <p:nvSpPr>
          <p:cNvPr id="5" name="">
            <a:extLst xmlns:a="http://schemas.openxmlformats.org/drawingml/2006/main">
              <a:ext uri="{FF2B5EF4-FFF2-40B4-BE49-F238E27FC236}">
                <a16:creationId xmlns:a16="http://schemas.microsoft.com/office/drawing/2014/main" id="{7008A21D-88C2-4CAE-A131-963C8B06BE29}"/>
              </a:ext>
            </a:extLst>
          </p:cNvPr>
          <p:cNvSpPr>
            <a:spLocks xmlns:a="http://schemas.openxmlformats.org/drawingml/2006/main" noGrp="1"/>
          </p:cNvSpPr>
          <p:nvPr/>
        </p:nvSpPr>
        <p:spPr>
          <a:xfrm xmlns:a="http://schemas.openxmlformats.org/drawingml/2006/main">
            <a:off x="638175" y="117157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175" b="0" i="1">
                <a:solidFill>
                  <a:srgbClr val="FFFDF9"/>
                </a:solidFill>
                <a:latin typeface="Nimbus Roman"/>
                <a:ea typeface="Nimbus Roman"/>
                <a:cs typeface="Nimbus Roman"/>
              </a:defRPr>
            </a:pPr>
            <a:r>
              <a:rPr sz="2175" b="0" i="1">
                <a:solidFill>
                  <a:srgbClr val="FFFDF9"/>
                </a:solidFill>
                <a:latin typeface="Nimbus Roman"/>
                <a:ea typeface="Nimbus Roman"/>
                <a:cs typeface="Nimbus Roman"/>
              </a:rPr>
              <a:t>They found the perfect match.</a:t>
            </a:r>
          </a:p>
          <a:p xmlns:a="http://schemas.openxmlformats.org/drawingml/2006/main">
            <a:pPr algn="l">
              <a:lnSpc>
                <a:spcPct val="95000"/>
              </a:lnSpc>
              <a:buNone/>
              <a:defRPr sz="2175" b="0" i="1">
                <a:solidFill>
                  <a:srgbClr val="FFFDF9"/>
                </a:solidFill>
                <a:latin typeface="Nimbus Roman"/>
                <a:ea typeface="Nimbus Roman"/>
                <a:cs typeface="Nimbus Roman"/>
              </a:defRPr>
            </a:pPr>
            <a:r>
              <a:rPr sz="2175" b="0" i="1">
                <a:solidFill>
                  <a:srgbClr val="FFFDF9"/>
                </a:solidFill>
                <a:latin typeface="Nimbus Roman"/>
                <a:ea typeface="Nimbus Roman"/>
                <a:cs typeface="Nimbus Roman"/>
              </a:rPr>
              <a:t>They just used the wrong names.</a:t>
            </a:r>
          </a:p>
        </p:txBody>
      </p:sp>
      <p:sp>
        <p:nvSpPr>
          <p:cNvPr id="6" name="">
            <a:extLst xmlns:a="http://schemas.openxmlformats.org/drawingml/2006/main">
              <a:ext uri="{FF2B5EF4-FFF2-40B4-BE49-F238E27FC236}">
                <a16:creationId xmlns:a16="http://schemas.microsoft.com/office/drawing/2014/main" id="{F947F581-4D44-4CB3-8E13-94F2DDF62DF3}"/>
              </a:ext>
            </a:extLst>
          </p:cNvPr>
          <p:cNvSpPr>
            <a:spLocks xmlns:a="http://schemas.openxmlformats.org/drawingml/2006/main" noGrp="1"/>
          </p:cNvSpPr>
          <p:nvPr/>
        </p:nvSpPr>
        <p:spPr>
          <a:xfrm xmlns:a="http://schemas.openxmlformats.org/drawingml/2006/main">
            <a:off x="647700" y="5934075"/>
            <a:ext cx="590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3D6A3"/>
                </a:solidFill>
                <a:latin typeface="Nimbus Sans"/>
                <a:ea typeface="Nimbus Sans"/>
                <a:cs typeface="Nimbus Sans"/>
              </a:defRPr>
            </a:pPr>
            <a:r>
              <a:rPr sz="1050" b="1" i="0">
                <a:solidFill>
                  <a:srgbClr val="F3D6A3"/>
                </a:solidFill>
                <a:latin typeface="Nimbus Sans"/>
                <a:ea typeface="Nimbus Sans"/>
                <a:cs typeface="Nimbus Sans"/>
              </a:rPr>
              <a:t>CONTEMPORARY ROMANTIC COMEDY  /  FEATURE FILM</a:t>
            </a:r>
          </a:p>
        </p:txBody>
      </p:sp>
      <p:sp>
        <p:nvSpPr>
          <p:cNvPr id="7" name="">
            <a:extLst xmlns:a="http://schemas.openxmlformats.org/drawingml/2006/main">
              <a:ext uri="{FF2B5EF4-FFF2-40B4-BE49-F238E27FC236}">
                <a16:creationId xmlns:a16="http://schemas.microsoft.com/office/drawing/2014/main" id="{7FAC19C6-E812-4E70-9EFB-44DCB13DA729}"/>
              </a:ext>
            </a:extLst>
          </p:cNvPr>
          <p:cNvSpPr>
            <a:spLocks xmlns:a="http://schemas.openxmlformats.org/drawingml/2006/main" noGrp="1"/>
          </p:cNvSpPr>
          <p:nvPr/>
        </p:nvSpPr>
        <p:spPr>
          <a:xfrm xmlns:a="http://schemas.openxmlformats.org/drawingml/2006/main">
            <a:off x="9191625" y="5962650"/>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i="0">
                <a:solidFill>
                  <a:srgbClr val="FFFDF9"/>
                </a:solidFill>
                <a:latin typeface="Nimbus Sans"/>
                <a:ea typeface="Nimbus Sans"/>
                <a:cs typeface="Nimbus Sans"/>
              </a:defRPr>
            </a:pPr>
            <a:r>
              <a:rPr sz="1050" b="0" i="0">
                <a:solidFill>
                  <a:srgbClr val="FFFDF9"/>
                </a:solidFill>
                <a:latin typeface="Nimbus Sans"/>
                <a:ea typeface="Nimbus Sans"/>
                <a:cs typeface="Nimbus Sans"/>
              </a:rPr>
              <a:t>Written by Kelly R. Tenney</a:t>
            </a:r>
          </a:p>
        </p:txBody>
      </p:sp>
    </p:spTree>
    <p:extLst>
      <p:ext uri="{BB962C8B-B14F-4D97-AF65-F5344CB8AC3E}">
        <p14:creationId xmlns:p14="http://schemas.microsoft.com/office/powerpoint/2010/main" val="869002458"/>
      </p:ext>
    </p:extLst>
  </p:cSld>
</p:sld>
</file>

<file path=ppt/slides/slide2.xml><?xml version="1.0" encoding="utf-8"?>
<p:sld xmlns:p="http://schemas.openxmlformats.org/presentationml/2006/main">
  <p:cSld>
    <p:bg>
      <p:bgPr>
        <a:solidFill xmlns:a="http://schemas.openxmlformats.org/drawingml/2006/main">
          <a:srgbClr val="F4EBD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57EDC3-81A3-40F1-B8AF-25C213643560}"/>
              </a:ext>
            </a:extLst>
          </p:cNvPr>
          <p:cNvSpPr>
            <a:spLocks xmlns:a="http://schemas.openxmlformats.org/drawingml/2006/main" noGrp="1"/>
          </p:cNvSpPr>
          <p:nvPr/>
        </p:nvSpPr>
        <p:spPr>
          <a:xfrm xmlns:a="http://schemas.openxmlformats.org/drawingml/2006/main">
            <a:off x="0" y="0"/>
            <a:ext cx="238125" cy="6858000"/>
          </a:xfrm>
          <a:prstGeom xmlns:a="http://schemas.openxmlformats.org/drawingml/2006/main" prst="rect">
            <a:avLst/>
          </a:prstGeom>
          <a:solidFill xmlns:a="http://schemas.openxmlformats.org/drawingml/2006/main">
            <a:srgbClr val="C9655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8C44A30-AA57-4494-9097-661B7417A8A8}"/>
              </a:ext>
            </a:extLst>
          </p:cNvPr>
          <p:cNvSpPr>
            <a:spLocks xmlns:a="http://schemas.openxmlformats.org/drawingml/2006/main" noGrp="1"/>
          </p:cNvSpPr>
          <p:nvPr/>
        </p:nvSpPr>
        <p:spPr>
          <a:xfrm xmlns:a="http://schemas.openxmlformats.org/drawingml/2006/main">
            <a:off x="590550" y="51435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C96555"/>
                </a:solidFill>
                <a:latin typeface="Nimbus Sans"/>
                <a:ea typeface="Nimbus Sans"/>
                <a:cs typeface="Nimbus Sans"/>
              </a:defRPr>
            </a:pPr>
            <a:r>
              <a:rPr sz="1350" b="1" i="0">
                <a:solidFill>
                  <a:srgbClr val="C96555"/>
                </a:solidFill>
                <a:latin typeface="Nimbus Sans"/>
                <a:ea typeface="Nimbus Sans"/>
                <a:cs typeface="Nimbus Sans"/>
              </a:rPr>
              <a:t>LOGLINE</a:t>
            </a:r>
          </a:p>
        </p:txBody>
      </p:sp>
      <p:sp>
        <p:nvSpPr>
          <p:cNvPr id="3" name="">
            <a:extLst xmlns:a="http://schemas.openxmlformats.org/drawingml/2006/main">
              <a:ext uri="{FF2B5EF4-FFF2-40B4-BE49-F238E27FC236}">
                <a16:creationId xmlns:a16="http://schemas.microsoft.com/office/drawing/2014/main" id="{19AF20BE-FB59-49E6-9DAC-5F4FEB4DC51B}"/>
              </a:ext>
            </a:extLst>
          </p:cNvPr>
          <p:cNvSpPr>
            <a:spLocks xmlns:a="http://schemas.openxmlformats.org/drawingml/2006/main" noGrp="1"/>
          </p:cNvSpPr>
          <p:nvPr/>
        </p:nvSpPr>
        <p:spPr>
          <a:xfrm xmlns:a="http://schemas.openxmlformats.org/drawingml/2006/main">
            <a:off x="590550" y="1085850"/>
            <a:ext cx="9191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300" b="1" i="0">
                <a:solidFill>
                  <a:srgbClr val="0B1324"/>
                </a:solidFill>
                <a:latin typeface="Nimbus Roman"/>
                <a:ea typeface="Nimbus Roman"/>
                <a:cs typeface="Nimbus Roman"/>
              </a:defRPr>
            </a:pPr>
            <a:r>
              <a:rPr sz="3300" b="1" i="0">
                <a:solidFill>
                  <a:srgbClr val="0B1324"/>
                </a:solidFill>
                <a:latin typeface="Nimbus Roman"/>
                <a:ea typeface="Nimbus Roman"/>
                <a:cs typeface="Nimbus Roman"/>
              </a:rPr>
              <a:t>Love gets complicated</a:t>
            </a:r>
          </a:p>
          <a:p xmlns:a="http://schemas.openxmlformats.org/drawingml/2006/main">
            <a:pPr algn="l">
              <a:lnSpc>
                <a:spcPct val="92000"/>
              </a:lnSpc>
              <a:buNone/>
              <a:defRPr sz="3300" b="1" i="0">
                <a:solidFill>
                  <a:srgbClr val="0B1324"/>
                </a:solidFill>
                <a:latin typeface="Nimbus Roman"/>
                <a:ea typeface="Nimbus Roman"/>
                <a:cs typeface="Nimbus Roman"/>
              </a:defRPr>
            </a:pPr>
            <a:r>
              <a:rPr sz="3300" b="1" i="0">
                <a:solidFill>
                  <a:srgbClr val="0B1324"/>
                </a:solidFill>
                <a:latin typeface="Nimbus Roman"/>
                <a:ea typeface="Nimbus Roman"/>
                <a:cs typeface="Nimbus Roman"/>
              </a:rPr>
              <a:t>when both people send a stand-in.</a:t>
            </a:r>
          </a:p>
        </p:txBody>
      </p:sp>
      <p:sp>
        <p:nvSpPr>
          <p:cNvPr id="4" name="">
            <a:extLst xmlns:a="http://schemas.openxmlformats.org/drawingml/2006/main">
              <a:ext uri="{FF2B5EF4-FFF2-40B4-BE49-F238E27FC236}">
                <a16:creationId xmlns:a16="http://schemas.microsoft.com/office/drawing/2014/main" id="{3D173F61-1559-4955-83DE-4335E9AA1DF0}"/>
              </a:ext>
            </a:extLst>
          </p:cNvPr>
          <p:cNvSpPr>
            <a:spLocks xmlns:a="http://schemas.openxmlformats.org/drawingml/2006/main" noGrp="1"/>
          </p:cNvSpPr>
          <p:nvPr/>
        </p:nvSpPr>
        <p:spPr>
          <a:xfrm xmlns:a="http://schemas.openxmlformats.org/drawingml/2006/main">
            <a:off x="590550" y="2390775"/>
            <a:ext cx="10839450" cy="0"/>
          </a:xfrm>
          <a:prstGeom xmlns:a="http://schemas.openxmlformats.org/drawingml/2006/main" prst="line">
            <a:avLst/>
          </a:prstGeom>
          <a:noFill xmlns:a="http://schemas.openxmlformats.org/drawingml/2006/main"/>
          <a:ln xmlns:a="http://schemas.openxmlformats.org/drawingml/2006/main" w="19050">
            <a:solidFill>
              <a:srgbClr val="D4C3A8"/>
            </a:solidFill>
            <a:prstDash val="solid"/>
          </a:ln>
        </p:spPr>
      </p:sp>
      <p:sp>
        <p:nvSpPr>
          <p:cNvPr id="5" name="">
            <a:extLst xmlns:a="http://schemas.openxmlformats.org/drawingml/2006/main">
              <a:ext uri="{FF2B5EF4-FFF2-40B4-BE49-F238E27FC236}">
                <a16:creationId xmlns:a16="http://schemas.microsoft.com/office/drawing/2014/main" id="{3F694A15-5E46-443E-837B-96F0CED60BCD}"/>
              </a:ext>
            </a:extLst>
          </p:cNvPr>
          <p:cNvSpPr>
            <a:spLocks xmlns:a="http://schemas.openxmlformats.org/drawingml/2006/main" noGrp="1"/>
          </p:cNvSpPr>
          <p:nvPr/>
        </p:nvSpPr>
        <p:spPr>
          <a:xfrm xmlns:a="http://schemas.openxmlformats.org/drawingml/2006/main">
            <a:off x="590550" y="2781300"/>
            <a:ext cx="10477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00" b="0" i="0">
                <a:solidFill>
                  <a:srgbClr val="121725"/>
                </a:solidFill>
                <a:latin typeface="Nimbus Sans"/>
                <a:ea typeface="Nimbus Sans"/>
                <a:cs typeface="Nimbus Sans"/>
              </a:defRPr>
            </a:pPr>
            <a:r>
              <a:rPr sz="2100" b="0" i="0">
                <a:solidFill>
                  <a:srgbClr val="121725"/>
                </a:solidFill>
                <a:latin typeface="Nimbus Sans"/>
                <a:ea typeface="Nimbus Sans"/>
                <a:cs typeface="Nimbus Sans"/>
              </a:rPr>
              <a:t>When a guarded Atlanta dating consultant secretly goes on first dates for anxious clients, she meets her match in an architect impersonating his equally nervous best friend. As the two proxies fall for each other under borrowed names, they risk their careers, their closest friendships, and the real romance forming between the clients they betrayed.</a:t>
            </a:r>
          </a:p>
        </p:txBody>
      </p:sp>
      <p:sp>
        <p:nvSpPr>
          <p:cNvPr id="6" name="">
            <a:extLst xmlns:a="http://schemas.openxmlformats.org/drawingml/2006/main">
              <a:ext uri="{FF2B5EF4-FFF2-40B4-BE49-F238E27FC236}">
                <a16:creationId xmlns:a16="http://schemas.microsoft.com/office/drawing/2014/main" id="{035EFAC6-126A-435E-8724-60C9A06635A1}"/>
              </a:ext>
            </a:extLst>
          </p:cNvPr>
          <p:cNvSpPr>
            <a:spLocks xmlns:a="http://schemas.openxmlformats.org/drawingml/2006/main" noGrp="1"/>
          </p:cNvSpPr>
          <p:nvPr/>
        </p:nvSpPr>
        <p:spPr>
          <a:xfrm xmlns:a="http://schemas.openxmlformats.org/drawingml/2006/main">
            <a:off x="590550" y="574357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35566F"/>
                </a:solidFill>
                <a:latin typeface="Nimbus Sans"/>
                <a:ea typeface="Nimbus Sans"/>
                <a:cs typeface="Nimbus Sans"/>
              </a:defRPr>
            </a:pPr>
            <a:r>
              <a:rPr sz="975" b="1" i="0">
                <a:solidFill>
                  <a:srgbClr val="35566F"/>
                </a:solidFill>
                <a:latin typeface="Nimbus Sans"/>
                <a:ea typeface="Nimbus Sans"/>
                <a:cs typeface="Nimbus Sans"/>
              </a:rPr>
              <a:t>ATLANTA  •  MODERN DATING  •  BORROWED IDENTITIES</a:t>
            </a:r>
          </a:p>
        </p:txBody>
      </p:sp>
      <p:sp>
        <p:nvSpPr>
          <p:cNvPr id="7" name="">
            <a:extLst xmlns:a="http://schemas.openxmlformats.org/drawingml/2006/main">
              <a:ext uri="{FF2B5EF4-FFF2-40B4-BE49-F238E27FC236}">
                <a16:creationId xmlns:a16="http://schemas.microsoft.com/office/drawing/2014/main" id="{EBFFEF1F-CE8B-42B1-BD4A-5690674A21FB}"/>
              </a:ext>
            </a:extLst>
          </p:cNvPr>
          <p:cNvSpPr>
            <a:spLocks xmlns:a="http://schemas.openxmlformats.org/drawingml/2006/main" noGrp="1"/>
          </p:cNvSpPr>
          <p:nvPr/>
        </p:nvSpPr>
        <p:spPr>
          <a:xfrm xmlns:a="http://schemas.openxmlformats.org/drawingml/2006/main">
            <a:off x="571500" y="648652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6717B"/>
                </a:solidFill>
                <a:latin typeface="Nimbus Sans"/>
                <a:ea typeface="Nimbus Sans"/>
                <a:cs typeface="Nimbus Sans"/>
              </a:defRPr>
            </a:pPr>
            <a:r>
              <a:rPr sz="750" b="1" i="0">
                <a:solidFill>
                  <a:srgbClr val="66717B"/>
                </a:solidFill>
                <a:latin typeface="Nimbus Sans"/>
                <a:ea typeface="Nimbus Sans"/>
                <a:cs typeface="Nimbus Sans"/>
              </a:rPr>
              <a:t>NCCA ENTERTAINMENT</a:t>
            </a:r>
          </a:p>
        </p:txBody>
      </p:sp>
      <p:sp>
        <p:nvSpPr>
          <p:cNvPr id="8" name="">
            <a:extLst xmlns:a="http://schemas.openxmlformats.org/drawingml/2006/main">
              <a:ext uri="{FF2B5EF4-FFF2-40B4-BE49-F238E27FC236}">
                <a16:creationId xmlns:a16="http://schemas.microsoft.com/office/drawing/2014/main" id="{F334C1D8-A744-49BD-B0C3-14D421934B47}"/>
              </a:ext>
            </a:extLst>
          </p:cNvPr>
          <p:cNvSpPr>
            <a:spLocks xmlns:a="http://schemas.openxmlformats.org/drawingml/2006/main" noGrp="1"/>
          </p:cNvSpPr>
          <p:nvPr/>
        </p:nvSpPr>
        <p:spPr>
          <a:xfrm xmlns:a="http://schemas.openxmlformats.org/drawingml/2006/main">
            <a:off x="1123950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66717B"/>
                </a:solidFill>
                <a:latin typeface="Nimbus Sans"/>
                <a:ea typeface="Nimbus Sans"/>
                <a:cs typeface="Nimbus Sans"/>
              </a:defRPr>
            </a:pPr>
            <a:r>
              <a:rPr sz="750" b="1" i="0">
                <a:solidFill>
                  <a:srgbClr val="66717B"/>
                </a:solidFill>
                <a:latin typeface="Nimbus Sans"/>
                <a:ea typeface="Nimbus Sans"/>
                <a:cs typeface="Nimbus Sans"/>
              </a:rPr>
              <a:t>02</a:t>
            </a:r>
          </a:p>
        </p:txBody>
      </p:sp>
    </p:spTree>
    <p:extLst>
      <p:ext uri="{BB962C8B-B14F-4D97-AF65-F5344CB8AC3E}">
        <p14:creationId xmlns:p14="http://schemas.microsoft.com/office/powerpoint/2010/main" val="788085826"/>
      </p:ext>
    </p:extLst>
  </p:cSld>
</p:sld>
</file>

<file path=ppt/slides/slide3.xml><?xml version="1.0" encoding="utf-8"?>
<p:sld xmlns:p="http://schemas.openxmlformats.org/presentationml/2006/main">
  <p:cSld>
    <p:bg>
      <p:bgPr>
        <a:solidFill xmlns:a="http://schemas.openxmlformats.org/drawingml/2006/main">
          <a:srgbClr val="C9655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EDCBFB3-CE4E-4817-8565-263BA81AD731}"/>
              </a:ext>
            </a:extLst>
          </p:cNvPr>
          <p:cNvSpPr>
            <a:spLocks xmlns:a="http://schemas.openxmlformats.org/drawingml/2006/main" noGrp="1"/>
          </p:cNvSpPr>
          <p:nvPr/>
        </p:nvSpPr>
        <p:spPr>
          <a:xfrm xmlns:a="http://schemas.openxmlformats.org/drawingml/2006/main">
            <a:off x="590550" y="4762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7D7CB"/>
                </a:solidFill>
                <a:latin typeface="Nimbus Sans"/>
                <a:ea typeface="Nimbus Sans"/>
                <a:cs typeface="Nimbus Sans"/>
              </a:defRPr>
            </a:pPr>
            <a:r>
              <a:rPr sz="1350" b="1" i="0">
                <a:solidFill>
                  <a:srgbClr val="F7D7CB"/>
                </a:solidFill>
                <a:latin typeface="Nimbus Sans"/>
                <a:ea typeface="Nimbus Sans"/>
                <a:cs typeface="Nimbus Sans"/>
              </a:rPr>
              <a:t>THE HOOK</a:t>
            </a:r>
          </a:p>
        </p:txBody>
      </p:sp>
      <p:sp>
        <p:nvSpPr>
          <p:cNvPr id="2" name="">
            <a:extLst xmlns:a="http://schemas.openxmlformats.org/drawingml/2006/main">
              <a:ext uri="{FF2B5EF4-FFF2-40B4-BE49-F238E27FC236}">
                <a16:creationId xmlns:a16="http://schemas.microsoft.com/office/drawing/2014/main" id="{3D315395-5F68-4C91-80C9-5BF92EA1E788}"/>
              </a:ext>
            </a:extLst>
          </p:cNvPr>
          <p:cNvSpPr>
            <a:spLocks xmlns:a="http://schemas.openxmlformats.org/drawingml/2006/main" noGrp="1"/>
          </p:cNvSpPr>
          <p:nvPr/>
        </p:nvSpPr>
        <p:spPr>
          <a:xfrm xmlns:a="http://schemas.openxmlformats.org/drawingml/2006/main">
            <a:off x="590550" y="1123950"/>
            <a:ext cx="1038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FFFDF9"/>
                </a:solidFill>
                <a:latin typeface="Nimbus Roman"/>
                <a:ea typeface="Nimbus Roman"/>
                <a:cs typeface="Nimbus Roman"/>
              </a:defRPr>
            </a:pPr>
            <a:r>
              <a:rPr sz="3225" b="1" i="0">
                <a:solidFill>
                  <a:srgbClr val="FFFDF9"/>
                </a:solidFill>
                <a:latin typeface="Nimbus Roman"/>
                <a:ea typeface="Nimbus Roman"/>
                <a:cs typeface="Nimbus Roman"/>
              </a:rPr>
              <a:t>Two stand-ins fall for each other</a:t>
            </a:r>
          </a:p>
          <a:p xmlns:a="http://schemas.openxmlformats.org/drawingml/2006/main">
            <a:pPr algn="l">
              <a:lnSpc>
                <a:spcPct val="96000"/>
              </a:lnSpc>
              <a:buNone/>
              <a:defRPr sz="3225" b="1" i="0">
                <a:solidFill>
                  <a:srgbClr val="FFFDF9"/>
                </a:solidFill>
                <a:latin typeface="Nimbus Roman"/>
                <a:ea typeface="Nimbus Roman"/>
                <a:cs typeface="Nimbus Roman"/>
              </a:defRPr>
            </a:pPr>
            <a:r>
              <a:rPr sz="3225" b="1" i="0">
                <a:solidFill>
                  <a:srgbClr val="FFFDF9"/>
                </a:solidFill>
                <a:latin typeface="Nimbus Roman"/>
                <a:ea typeface="Nimbus Roman"/>
                <a:cs typeface="Nimbus Roman"/>
              </a:rPr>
              <a:t>while their clients fall for the idea of each other.</a:t>
            </a:r>
          </a:p>
        </p:txBody>
      </p:sp>
      <p:sp>
        <p:nvSpPr>
          <p:cNvPr id="3" name="">
            <a:extLst xmlns:a="http://schemas.openxmlformats.org/drawingml/2006/main">
              <a:ext uri="{FF2B5EF4-FFF2-40B4-BE49-F238E27FC236}">
                <a16:creationId xmlns:a16="http://schemas.microsoft.com/office/drawing/2014/main" id="{A41D6D27-31FC-4A4C-B0E6-6FE855BF4FD2}"/>
              </a:ext>
            </a:extLst>
          </p:cNvPr>
          <p:cNvSpPr>
            <a:spLocks xmlns:a="http://schemas.openxmlformats.org/drawingml/2006/main" noGrp="1"/>
          </p:cNvSpPr>
          <p:nvPr/>
        </p:nvSpPr>
        <p:spPr>
          <a:xfrm xmlns:a="http://schemas.openxmlformats.org/drawingml/2006/main">
            <a:off x="590550" y="3105150"/>
            <a:ext cx="10810875" cy="0"/>
          </a:xfrm>
          <a:prstGeom xmlns:a="http://schemas.openxmlformats.org/drawingml/2006/main" prst="line">
            <a:avLst/>
          </a:prstGeom>
          <a:noFill xmlns:a="http://schemas.openxmlformats.org/drawingml/2006/main"/>
          <a:ln xmlns:a="http://schemas.openxmlformats.org/drawingml/2006/main" w="19050">
            <a:solidFill>
              <a:srgbClr val="F0B5A8"/>
            </a:solidFill>
            <a:prstDash val="solid"/>
          </a:ln>
        </p:spPr>
      </p:sp>
      <p:sp>
        <p:nvSpPr>
          <p:cNvPr id="4" name="">
            <a:extLst xmlns:a="http://schemas.openxmlformats.org/drawingml/2006/main">
              <a:ext uri="{FF2B5EF4-FFF2-40B4-BE49-F238E27FC236}">
                <a16:creationId xmlns:a16="http://schemas.microsoft.com/office/drawing/2014/main" id="{204B2EE2-486D-4E9F-BCAF-089626266DB4}"/>
              </a:ext>
            </a:extLst>
          </p:cNvPr>
          <p:cNvSpPr>
            <a:spLocks xmlns:a="http://schemas.openxmlformats.org/drawingml/2006/main" noGrp="1"/>
          </p:cNvSpPr>
          <p:nvPr/>
        </p:nvSpPr>
        <p:spPr>
          <a:xfrm xmlns:a="http://schemas.openxmlformats.org/drawingml/2006/main">
            <a:off x="590550" y="347662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7D7CB"/>
                </a:solidFill>
                <a:latin typeface="Nimbus Sans"/>
                <a:ea typeface="Nimbus Sans"/>
                <a:cs typeface="Nimbus Sans"/>
              </a:defRPr>
            </a:pPr>
            <a:r>
              <a:rPr sz="1050" b="1" i="0">
                <a:solidFill>
                  <a:srgbClr val="F7D7CB"/>
                </a:solidFill>
                <a:latin typeface="Nimbus Sans"/>
                <a:ea typeface="Nimbus Sans"/>
                <a:cs typeface="Nimbus Sans"/>
              </a:rPr>
              <a:t>01</a:t>
            </a:r>
          </a:p>
        </p:txBody>
      </p:sp>
      <p:sp>
        <p:nvSpPr>
          <p:cNvPr id="5" name="">
            <a:extLst xmlns:a="http://schemas.openxmlformats.org/drawingml/2006/main">
              <a:ext uri="{FF2B5EF4-FFF2-40B4-BE49-F238E27FC236}">
                <a16:creationId xmlns:a16="http://schemas.microsoft.com/office/drawing/2014/main" id="{CAFF3BB2-205A-49F1-93F8-5CA6E5353D95}"/>
              </a:ext>
            </a:extLst>
          </p:cNvPr>
          <p:cNvSpPr>
            <a:spLocks xmlns:a="http://schemas.openxmlformats.org/drawingml/2006/main" noGrp="1"/>
          </p:cNvSpPr>
          <p:nvPr/>
        </p:nvSpPr>
        <p:spPr>
          <a:xfrm xmlns:a="http://schemas.openxmlformats.org/drawingml/2006/main">
            <a:off x="590550" y="3876675"/>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DF9"/>
                </a:solidFill>
                <a:latin typeface="Nimbus Sans"/>
                <a:ea typeface="Nimbus Sans"/>
                <a:cs typeface="Nimbus Sans"/>
              </a:defRPr>
            </a:pPr>
            <a:r>
              <a:rPr sz="1350" b="1" i="0">
                <a:solidFill>
                  <a:srgbClr val="FFFDF9"/>
                </a:solidFill>
                <a:latin typeface="Nimbus Sans"/>
                <a:ea typeface="Nimbus Sans"/>
                <a:cs typeface="Nimbus Sans"/>
              </a:rPr>
              <a:t>PROXY DATES</a:t>
            </a:r>
          </a:p>
        </p:txBody>
      </p:sp>
      <p:sp>
        <p:nvSpPr>
          <p:cNvPr id="6" name="">
            <a:extLst xmlns:a="http://schemas.openxmlformats.org/drawingml/2006/main">
              <a:ext uri="{FF2B5EF4-FFF2-40B4-BE49-F238E27FC236}">
                <a16:creationId xmlns:a16="http://schemas.microsoft.com/office/drawing/2014/main" id="{D30F05B4-2F6F-4C9F-8146-CB89E28D3C7F}"/>
              </a:ext>
            </a:extLst>
          </p:cNvPr>
          <p:cNvSpPr>
            <a:spLocks xmlns:a="http://schemas.openxmlformats.org/drawingml/2006/main" noGrp="1"/>
          </p:cNvSpPr>
          <p:nvPr/>
        </p:nvSpPr>
        <p:spPr>
          <a:xfrm xmlns:a="http://schemas.openxmlformats.org/drawingml/2006/main">
            <a:off x="590550" y="4295775"/>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E8E0"/>
                </a:solidFill>
                <a:latin typeface="Nimbus Sans"/>
                <a:ea typeface="Nimbus Sans"/>
                <a:cs typeface="Nimbus Sans"/>
              </a:defRPr>
            </a:pPr>
            <a:r>
              <a:rPr sz="1200" b="0" i="0">
                <a:solidFill>
                  <a:srgbClr val="FFE8E0"/>
                </a:solidFill>
                <a:latin typeface="Nimbus Sans"/>
                <a:ea typeface="Nimbus Sans"/>
                <a:cs typeface="Nimbus Sans"/>
              </a:rPr>
              <a:t>A fresh engine for escalating romantic deception</a:t>
            </a:r>
          </a:p>
        </p:txBody>
      </p:sp>
      <p:sp>
        <p:nvSpPr>
          <p:cNvPr id="7" name="">
            <a:extLst xmlns:a="http://schemas.openxmlformats.org/drawingml/2006/main">
              <a:ext uri="{FF2B5EF4-FFF2-40B4-BE49-F238E27FC236}">
                <a16:creationId xmlns:a16="http://schemas.microsoft.com/office/drawing/2014/main" id="{82F89D92-1E51-400C-AE03-D2EA118F3FF8}"/>
              </a:ext>
            </a:extLst>
          </p:cNvPr>
          <p:cNvSpPr>
            <a:spLocks xmlns:a="http://schemas.openxmlformats.org/drawingml/2006/main" noGrp="1"/>
          </p:cNvSpPr>
          <p:nvPr/>
        </p:nvSpPr>
        <p:spPr>
          <a:xfrm xmlns:a="http://schemas.openxmlformats.org/drawingml/2006/main">
            <a:off x="3371850" y="347662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7D7CB"/>
                </a:solidFill>
                <a:latin typeface="Nimbus Sans"/>
                <a:ea typeface="Nimbus Sans"/>
                <a:cs typeface="Nimbus Sans"/>
              </a:defRPr>
            </a:pPr>
            <a:r>
              <a:rPr sz="1050" b="1" i="0">
                <a:solidFill>
                  <a:srgbClr val="F7D7CB"/>
                </a:solidFill>
                <a:latin typeface="Nimbus Sans"/>
                <a:ea typeface="Nimbus Sans"/>
                <a:cs typeface="Nimbus Sans"/>
              </a:rPr>
              <a:t>02</a:t>
            </a:r>
          </a:p>
        </p:txBody>
      </p:sp>
      <p:sp>
        <p:nvSpPr>
          <p:cNvPr id="8" name="">
            <a:extLst xmlns:a="http://schemas.openxmlformats.org/drawingml/2006/main">
              <a:ext uri="{FF2B5EF4-FFF2-40B4-BE49-F238E27FC236}">
                <a16:creationId xmlns:a16="http://schemas.microsoft.com/office/drawing/2014/main" id="{B317F02A-C543-46F4-8D0E-BCB6A820995C}"/>
              </a:ext>
            </a:extLst>
          </p:cNvPr>
          <p:cNvSpPr>
            <a:spLocks xmlns:a="http://schemas.openxmlformats.org/drawingml/2006/main" noGrp="1"/>
          </p:cNvSpPr>
          <p:nvPr/>
        </p:nvSpPr>
        <p:spPr>
          <a:xfrm xmlns:a="http://schemas.openxmlformats.org/drawingml/2006/main">
            <a:off x="3371850" y="3876675"/>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DF9"/>
                </a:solidFill>
                <a:latin typeface="Nimbus Sans"/>
                <a:ea typeface="Nimbus Sans"/>
                <a:cs typeface="Nimbus Sans"/>
              </a:defRPr>
            </a:pPr>
            <a:r>
              <a:rPr sz="1350" b="1" i="0">
                <a:solidFill>
                  <a:srgbClr val="FFFDF9"/>
                </a:solidFill>
                <a:latin typeface="Nimbus Sans"/>
                <a:ea typeface="Nimbus Sans"/>
                <a:cs typeface="Nimbus Sans"/>
              </a:rPr>
              <a:t>DOUBLE ROMANCE</a:t>
            </a:r>
          </a:p>
        </p:txBody>
      </p:sp>
      <p:sp>
        <p:nvSpPr>
          <p:cNvPr id="9" name="">
            <a:extLst xmlns:a="http://schemas.openxmlformats.org/drawingml/2006/main">
              <a:ext uri="{FF2B5EF4-FFF2-40B4-BE49-F238E27FC236}">
                <a16:creationId xmlns:a16="http://schemas.microsoft.com/office/drawing/2014/main" id="{4C100B17-89D7-47E2-A251-3A6B8DADFEC0}"/>
              </a:ext>
            </a:extLst>
          </p:cNvPr>
          <p:cNvSpPr>
            <a:spLocks xmlns:a="http://schemas.openxmlformats.org/drawingml/2006/main" noGrp="1"/>
          </p:cNvSpPr>
          <p:nvPr/>
        </p:nvSpPr>
        <p:spPr>
          <a:xfrm xmlns:a="http://schemas.openxmlformats.org/drawingml/2006/main">
            <a:off x="3371850" y="4295775"/>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E8E0"/>
                </a:solidFill>
                <a:latin typeface="Nimbus Sans"/>
                <a:ea typeface="Nimbus Sans"/>
                <a:cs typeface="Nimbus Sans"/>
              </a:defRPr>
            </a:pPr>
            <a:r>
              <a:rPr sz="1200" b="0" i="0">
                <a:solidFill>
                  <a:srgbClr val="FFE8E0"/>
                </a:solidFill>
                <a:latin typeface="Nimbus Sans"/>
                <a:ea typeface="Nimbus Sans"/>
                <a:cs typeface="Nimbus Sans"/>
              </a:rPr>
              <a:t>Two couples move toward love on opposite tracks</a:t>
            </a:r>
          </a:p>
        </p:txBody>
      </p:sp>
      <p:sp>
        <p:nvSpPr>
          <p:cNvPr id="10" name="">
            <a:extLst xmlns:a="http://schemas.openxmlformats.org/drawingml/2006/main">
              <a:ext uri="{FF2B5EF4-FFF2-40B4-BE49-F238E27FC236}">
                <a16:creationId xmlns:a16="http://schemas.microsoft.com/office/drawing/2014/main" id="{F23F8C1C-26DC-415F-97B8-943C33FD3F88}"/>
              </a:ext>
            </a:extLst>
          </p:cNvPr>
          <p:cNvSpPr>
            <a:spLocks xmlns:a="http://schemas.openxmlformats.org/drawingml/2006/main" noGrp="1"/>
          </p:cNvSpPr>
          <p:nvPr/>
        </p:nvSpPr>
        <p:spPr>
          <a:xfrm xmlns:a="http://schemas.openxmlformats.org/drawingml/2006/main">
            <a:off x="6153150" y="347662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7D7CB"/>
                </a:solidFill>
                <a:latin typeface="Nimbus Sans"/>
                <a:ea typeface="Nimbus Sans"/>
                <a:cs typeface="Nimbus Sans"/>
              </a:defRPr>
            </a:pPr>
            <a:r>
              <a:rPr sz="1050" b="1" i="0">
                <a:solidFill>
                  <a:srgbClr val="F7D7CB"/>
                </a:solidFill>
                <a:latin typeface="Nimbus Sans"/>
                <a:ea typeface="Nimbus Sans"/>
                <a:cs typeface="Nimbus Sans"/>
              </a:rPr>
              <a:t>03</a:t>
            </a:r>
          </a:p>
        </p:txBody>
      </p:sp>
      <p:sp>
        <p:nvSpPr>
          <p:cNvPr id="11" name="">
            <a:extLst xmlns:a="http://schemas.openxmlformats.org/drawingml/2006/main">
              <a:ext uri="{FF2B5EF4-FFF2-40B4-BE49-F238E27FC236}">
                <a16:creationId xmlns:a16="http://schemas.microsoft.com/office/drawing/2014/main" id="{E80F51FF-19C6-49B8-8761-5048926AE190}"/>
              </a:ext>
            </a:extLst>
          </p:cNvPr>
          <p:cNvSpPr>
            <a:spLocks xmlns:a="http://schemas.openxmlformats.org/drawingml/2006/main" noGrp="1"/>
          </p:cNvSpPr>
          <p:nvPr/>
        </p:nvSpPr>
        <p:spPr>
          <a:xfrm xmlns:a="http://schemas.openxmlformats.org/drawingml/2006/main">
            <a:off x="6153150" y="3876675"/>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DF9"/>
                </a:solidFill>
                <a:latin typeface="Nimbus Sans"/>
                <a:ea typeface="Nimbus Sans"/>
                <a:cs typeface="Nimbus Sans"/>
              </a:defRPr>
            </a:pPr>
            <a:r>
              <a:rPr sz="1350" b="1" i="0">
                <a:solidFill>
                  <a:srgbClr val="FFFDF9"/>
                </a:solidFill>
                <a:latin typeface="Nimbus Sans"/>
                <a:ea typeface="Nimbus Sans"/>
                <a:cs typeface="Nimbus Sans"/>
              </a:rPr>
              <a:t>PUBLIC EXPOSURE</a:t>
            </a:r>
          </a:p>
        </p:txBody>
      </p:sp>
      <p:sp>
        <p:nvSpPr>
          <p:cNvPr id="12" name="">
            <a:extLst xmlns:a="http://schemas.openxmlformats.org/drawingml/2006/main">
              <a:ext uri="{FF2B5EF4-FFF2-40B4-BE49-F238E27FC236}">
                <a16:creationId xmlns:a16="http://schemas.microsoft.com/office/drawing/2014/main" id="{657D8D2F-8E0C-4442-ADDB-7B35F315AC5B}"/>
              </a:ext>
            </a:extLst>
          </p:cNvPr>
          <p:cNvSpPr>
            <a:spLocks xmlns:a="http://schemas.openxmlformats.org/drawingml/2006/main" noGrp="1"/>
          </p:cNvSpPr>
          <p:nvPr/>
        </p:nvSpPr>
        <p:spPr>
          <a:xfrm xmlns:a="http://schemas.openxmlformats.org/drawingml/2006/main">
            <a:off x="6153150" y="4295775"/>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E8E0"/>
                </a:solidFill>
                <a:latin typeface="Nimbus Sans"/>
                <a:ea typeface="Nimbus Sans"/>
                <a:cs typeface="Nimbus Sans"/>
              </a:defRPr>
            </a:pPr>
            <a:r>
              <a:rPr sz="1200" b="0" i="0">
                <a:solidFill>
                  <a:srgbClr val="FFE8E0"/>
                </a:solidFill>
                <a:latin typeface="Nimbus Sans"/>
                <a:ea typeface="Nimbus Sans"/>
                <a:cs typeface="Nimbus Sans"/>
              </a:rPr>
              <a:t>The scheme detonates at a glamorous BlindMatch gala</a:t>
            </a:r>
          </a:p>
        </p:txBody>
      </p:sp>
      <p:sp>
        <p:nvSpPr>
          <p:cNvPr id="13" name="">
            <a:extLst xmlns:a="http://schemas.openxmlformats.org/drawingml/2006/main">
              <a:ext uri="{FF2B5EF4-FFF2-40B4-BE49-F238E27FC236}">
                <a16:creationId xmlns:a16="http://schemas.microsoft.com/office/drawing/2014/main" id="{84023AF5-0E0C-475A-B4AE-146B1B974C04}"/>
              </a:ext>
            </a:extLst>
          </p:cNvPr>
          <p:cNvSpPr>
            <a:spLocks xmlns:a="http://schemas.openxmlformats.org/drawingml/2006/main" noGrp="1"/>
          </p:cNvSpPr>
          <p:nvPr/>
        </p:nvSpPr>
        <p:spPr>
          <a:xfrm xmlns:a="http://schemas.openxmlformats.org/drawingml/2006/main">
            <a:off x="8934450" y="347662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7D7CB"/>
                </a:solidFill>
                <a:latin typeface="Nimbus Sans"/>
                <a:ea typeface="Nimbus Sans"/>
                <a:cs typeface="Nimbus Sans"/>
              </a:defRPr>
            </a:pPr>
            <a:r>
              <a:rPr sz="1050" b="1" i="0">
                <a:solidFill>
                  <a:srgbClr val="F7D7CB"/>
                </a:solidFill>
                <a:latin typeface="Nimbus Sans"/>
                <a:ea typeface="Nimbus Sans"/>
                <a:cs typeface="Nimbus Sans"/>
              </a:rPr>
              <a:t>04</a:t>
            </a:r>
          </a:p>
        </p:txBody>
      </p:sp>
      <p:sp>
        <p:nvSpPr>
          <p:cNvPr id="14" name="">
            <a:extLst xmlns:a="http://schemas.openxmlformats.org/drawingml/2006/main">
              <a:ext uri="{FF2B5EF4-FFF2-40B4-BE49-F238E27FC236}">
                <a16:creationId xmlns:a16="http://schemas.microsoft.com/office/drawing/2014/main" id="{06CA703F-CF46-46E3-9A75-B6752B2227E1}"/>
              </a:ext>
            </a:extLst>
          </p:cNvPr>
          <p:cNvSpPr>
            <a:spLocks xmlns:a="http://schemas.openxmlformats.org/drawingml/2006/main" noGrp="1"/>
          </p:cNvSpPr>
          <p:nvPr/>
        </p:nvSpPr>
        <p:spPr>
          <a:xfrm xmlns:a="http://schemas.openxmlformats.org/drawingml/2006/main">
            <a:off x="8934450" y="3876675"/>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DF9"/>
                </a:solidFill>
                <a:latin typeface="Nimbus Sans"/>
                <a:ea typeface="Nimbus Sans"/>
                <a:cs typeface="Nimbus Sans"/>
              </a:defRPr>
            </a:pPr>
            <a:r>
              <a:rPr sz="1350" b="1" i="0">
                <a:solidFill>
                  <a:srgbClr val="FFFDF9"/>
                </a:solidFill>
                <a:latin typeface="Nimbus Sans"/>
                <a:ea typeface="Nimbus Sans"/>
                <a:cs typeface="Nimbus Sans"/>
              </a:rPr>
              <a:t>EMOTIONAL PAYOFF</a:t>
            </a:r>
          </a:p>
        </p:txBody>
      </p:sp>
      <p:sp>
        <p:nvSpPr>
          <p:cNvPr id="15" name="">
            <a:extLst xmlns:a="http://schemas.openxmlformats.org/drawingml/2006/main">
              <a:ext uri="{FF2B5EF4-FFF2-40B4-BE49-F238E27FC236}">
                <a16:creationId xmlns:a16="http://schemas.microsoft.com/office/drawing/2014/main" id="{8451629B-9D87-4231-B4AA-4AEDD2D2F554}"/>
              </a:ext>
            </a:extLst>
          </p:cNvPr>
          <p:cNvSpPr>
            <a:spLocks xmlns:a="http://schemas.openxmlformats.org/drawingml/2006/main" noGrp="1"/>
          </p:cNvSpPr>
          <p:nvPr/>
        </p:nvSpPr>
        <p:spPr>
          <a:xfrm xmlns:a="http://schemas.openxmlformats.org/drawingml/2006/main">
            <a:off x="8934450" y="4295775"/>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E8E0"/>
                </a:solidFill>
                <a:latin typeface="Nimbus Sans"/>
                <a:ea typeface="Nimbus Sans"/>
                <a:cs typeface="Nimbus Sans"/>
              </a:defRPr>
            </a:pPr>
            <a:r>
              <a:rPr sz="1200" b="0" i="0">
                <a:solidFill>
                  <a:srgbClr val="FFE8E0"/>
                </a:solidFill>
                <a:latin typeface="Nimbus Sans"/>
                <a:ea typeface="Nimbus Sans"/>
                <a:cs typeface="Nimbus Sans"/>
              </a:rPr>
              <a:t>The fantasy survives only when the performance ends</a:t>
            </a:r>
          </a:p>
        </p:txBody>
      </p:sp>
      <p:sp>
        <p:nvSpPr>
          <p:cNvPr id="16" name="">
            <a:extLst xmlns:a="http://schemas.openxmlformats.org/drawingml/2006/main">
              <a:ext uri="{FF2B5EF4-FFF2-40B4-BE49-F238E27FC236}">
                <a16:creationId xmlns:a16="http://schemas.microsoft.com/office/drawing/2014/main" id="{9FA9BEEA-EACA-403E-B597-3F9A03E18914}"/>
              </a:ext>
            </a:extLst>
          </p:cNvPr>
          <p:cNvSpPr>
            <a:spLocks xmlns:a="http://schemas.openxmlformats.org/drawingml/2006/main" noGrp="1"/>
          </p:cNvSpPr>
          <p:nvPr/>
        </p:nvSpPr>
        <p:spPr>
          <a:xfrm xmlns:a="http://schemas.openxmlformats.org/drawingml/2006/main">
            <a:off x="571500" y="648652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NCCA ENTERTAINMENT</a:t>
            </a:r>
          </a:p>
        </p:txBody>
      </p:sp>
      <p:sp>
        <p:nvSpPr>
          <p:cNvPr id="17" name="">
            <a:extLst xmlns:a="http://schemas.openxmlformats.org/drawingml/2006/main">
              <a:ext uri="{FF2B5EF4-FFF2-40B4-BE49-F238E27FC236}">
                <a16:creationId xmlns:a16="http://schemas.microsoft.com/office/drawing/2014/main" id="{61897EC0-1E64-49C4-B753-1237A156B506}"/>
              </a:ext>
            </a:extLst>
          </p:cNvPr>
          <p:cNvSpPr>
            <a:spLocks xmlns:a="http://schemas.openxmlformats.org/drawingml/2006/main" noGrp="1"/>
          </p:cNvSpPr>
          <p:nvPr/>
        </p:nvSpPr>
        <p:spPr>
          <a:xfrm xmlns:a="http://schemas.openxmlformats.org/drawingml/2006/main">
            <a:off x="1123950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03</a:t>
            </a:r>
          </a:p>
        </p:txBody>
      </p:sp>
    </p:spTree>
    <p:extLst>
      <p:ext uri="{BB962C8B-B14F-4D97-AF65-F5344CB8AC3E}">
        <p14:creationId xmlns:p14="http://schemas.microsoft.com/office/powerpoint/2010/main" val="627465328"/>
      </p:ext>
    </p:extLst>
  </p:cSld>
</p:sld>
</file>

<file path=ppt/slides/slide4.xml><?xml version="1.0" encoding="utf-8"?>
<p:sld xmlns:p="http://schemas.openxmlformats.org/presentationml/2006/main">
  <p:cSld>
    <p:bg>
      <p:bgPr>
        <a:solidFill xmlns:a="http://schemas.openxmlformats.org/drawingml/2006/main">
          <a:srgbClr val="0B132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14B08BC-2C79-4A82-9C64-4D60AFB1E131}"/>
              </a:ext>
            </a:extLst>
          </p:cNvPr>
          <p:cNvSpPr>
            <a:spLocks xmlns:a="http://schemas.openxmlformats.org/drawingml/2006/main" noGrp="1"/>
          </p:cNvSpPr>
          <p:nvPr/>
        </p:nvSpPr>
        <p:spPr>
          <a:xfrm xmlns:a="http://schemas.openxmlformats.org/drawingml/2006/main">
            <a:off x="590550" y="4762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FFFDF9"/>
                </a:solidFill>
                <a:latin typeface="Nimbus Sans"/>
                <a:ea typeface="Nimbus Sans"/>
                <a:cs typeface="Nimbus Sans"/>
              </a:defRPr>
            </a:pPr>
            <a:r>
              <a:rPr sz="2250" b="1" i="0">
                <a:solidFill>
                  <a:srgbClr val="FFFDF9"/>
                </a:solidFill>
                <a:latin typeface="Nimbus Sans"/>
                <a:ea typeface="Nimbus Sans"/>
                <a:cs typeface="Nimbus Sans"/>
              </a:rPr>
              <a:t>TONE &amp; COMPARABLES</a:t>
            </a:r>
          </a:p>
        </p:txBody>
      </p:sp>
      <p:sp>
        <p:nvSpPr>
          <p:cNvPr id="2" name="">
            <a:extLst xmlns:a="http://schemas.openxmlformats.org/drawingml/2006/main">
              <a:ext uri="{FF2B5EF4-FFF2-40B4-BE49-F238E27FC236}">
                <a16:creationId xmlns:a16="http://schemas.microsoft.com/office/drawing/2014/main" id="{44D1F806-7347-4087-880E-6B5BB48BF07E}"/>
              </a:ext>
            </a:extLst>
          </p:cNvPr>
          <p:cNvSpPr>
            <a:spLocks xmlns:a="http://schemas.openxmlformats.org/drawingml/2006/main" noGrp="1"/>
          </p:cNvSpPr>
          <p:nvPr/>
        </p:nvSpPr>
        <p:spPr>
          <a:xfrm xmlns:a="http://schemas.openxmlformats.org/drawingml/2006/main">
            <a:off x="590550" y="9906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1">
                <a:solidFill>
                  <a:srgbClr val="F1C987"/>
                </a:solidFill>
                <a:latin typeface="Nimbus Roman"/>
                <a:ea typeface="Nimbus Roman"/>
                <a:cs typeface="Nimbus Roman"/>
              </a:defRPr>
            </a:pPr>
            <a:r>
              <a:rPr sz="1350" b="0" i="1">
                <a:solidFill>
                  <a:srgbClr val="F1C987"/>
                </a:solidFill>
                <a:latin typeface="Nimbus Roman"/>
                <a:ea typeface="Nimbus Roman"/>
                <a:cs typeface="Nimbus Roman"/>
              </a:rPr>
              <a:t>Sexy, sophisticated, fast-witted, emotionally honest</a:t>
            </a:r>
          </a:p>
        </p:txBody>
      </p:sp>
      <p:sp>
        <p:nvSpPr>
          <p:cNvPr id="3" name="">
            <a:extLst xmlns:a="http://schemas.openxmlformats.org/drawingml/2006/main">
              <a:ext uri="{FF2B5EF4-FFF2-40B4-BE49-F238E27FC236}">
                <a16:creationId xmlns:a16="http://schemas.microsoft.com/office/drawing/2014/main" id="{5A0C7EA0-7745-4E07-93AC-51245DD61CC7}"/>
              </a:ext>
            </a:extLst>
          </p:cNvPr>
          <p:cNvSpPr>
            <a:spLocks xmlns:a="http://schemas.openxmlformats.org/drawingml/2006/main" noGrp="1"/>
          </p:cNvSpPr>
          <p:nvPr/>
        </p:nvSpPr>
        <p:spPr>
          <a:xfrm xmlns:a="http://schemas.openxmlformats.org/drawingml/2006/main">
            <a:off x="590550" y="16954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FFFDF9"/>
                </a:solidFill>
                <a:latin typeface="Nimbus Sans"/>
                <a:ea typeface="Nimbus Sans"/>
                <a:cs typeface="Nimbus Sans"/>
              </a:defRPr>
            </a:pPr>
            <a:r>
              <a:rPr sz="2025" b="1" i="0">
                <a:solidFill>
                  <a:srgbClr val="FFFDF9"/>
                </a:solidFill>
                <a:latin typeface="Nimbus Sans"/>
                <a:ea typeface="Nimbus Sans"/>
                <a:cs typeface="Nimbus Sans"/>
              </a:rPr>
              <a:t>HITCH</a:t>
            </a:r>
          </a:p>
        </p:txBody>
      </p:sp>
      <p:sp>
        <p:nvSpPr>
          <p:cNvPr id="4" name="">
            <a:extLst xmlns:a="http://schemas.openxmlformats.org/drawingml/2006/main">
              <a:ext uri="{FF2B5EF4-FFF2-40B4-BE49-F238E27FC236}">
                <a16:creationId xmlns:a16="http://schemas.microsoft.com/office/drawing/2014/main" id="{B5312BC8-6C53-4B1A-99D3-73A63E1CA7F3}"/>
              </a:ext>
            </a:extLst>
          </p:cNvPr>
          <p:cNvSpPr>
            <a:spLocks xmlns:a="http://schemas.openxmlformats.org/drawingml/2006/main" noGrp="1"/>
          </p:cNvSpPr>
          <p:nvPr/>
        </p:nvSpPr>
        <p:spPr>
          <a:xfrm xmlns:a="http://schemas.openxmlformats.org/drawingml/2006/main">
            <a:off x="4524375" y="1857375"/>
            <a:ext cx="904875" cy="0"/>
          </a:xfrm>
          <a:prstGeom xmlns:a="http://schemas.openxmlformats.org/drawingml/2006/main" prst="line">
            <a:avLst/>
          </a:prstGeom>
          <a:noFill xmlns:a="http://schemas.openxmlformats.org/drawingml/2006/main"/>
          <a:ln xmlns:a="http://schemas.openxmlformats.org/drawingml/2006/main" w="28575">
            <a:solidFill>
              <a:srgbClr val="D9A95B"/>
            </a:solidFill>
            <a:prstDash val="solid"/>
          </a:ln>
        </p:spPr>
      </p:sp>
      <p:sp>
        <p:nvSpPr>
          <p:cNvPr id="5" name="">
            <a:extLst xmlns:a="http://schemas.openxmlformats.org/drawingml/2006/main">
              <a:ext uri="{FF2B5EF4-FFF2-40B4-BE49-F238E27FC236}">
                <a16:creationId xmlns:a16="http://schemas.microsoft.com/office/drawing/2014/main" id="{D83EBB57-7AA3-47A0-93FD-DBF187598A43}"/>
              </a:ext>
            </a:extLst>
          </p:cNvPr>
          <p:cNvSpPr>
            <a:spLocks xmlns:a="http://schemas.openxmlformats.org/drawingml/2006/main" noGrp="1"/>
          </p:cNvSpPr>
          <p:nvPr/>
        </p:nvSpPr>
        <p:spPr>
          <a:xfrm xmlns:a="http://schemas.openxmlformats.org/drawingml/2006/main">
            <a:off x="5743575" y="1724025"/>
            <a:ext cx="538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D8DDE4"/>
                </a:solidFill>
                <a:latin typeface="Nimbus Sans"/>
                <a:ea typeface="Nimbus Sans"/>
                <a:cs typeface="Nimbus Sans"/>
              </a:defRPr>
            </a:pPr>
            <a:r>
              <a:rPr sz="1500" b="0" i="0">
                <a:solidFill>
                  <a:srgbClr val="D8DDE4"/>
                </a:solidFill>
                <a:latin typeface="Nimbus Sans"/>
                <a:ea typeface="Nimbus Sans"/>
                <a:cs typeface="Nimbus Sans"/>
              </a:rPr>
              <a:t>Professionalized dating meets personal blind spots</a:t>
            </a:r>
          </a:p>
        </p:txBody>
      </p:sp>
      <p:sp>
        <p:nvSpPr>
          <p:cNvPr id="6" name="">
            <a:extLst xmlns:a="http://schemas.openxmlformats.org/drawingml/2006/main">
              <a:ext uri="{FF2B5EF4-FFF2-40B4-BE49-F238E27FC236}">
                <a16:creationId xmlns:a16="http://schemas.microsoft.com/office/drawing/2014/main" id="{DDE96501-77F7-4D74-9172-3776511CE8D0}"/>
              </a:ext>
            </a:extLst>
          </p:cNvPr>
          <p:cNvSpPr>
            <a:spLocks xmlns:a="http://schemas.openxmlformats.org/drawingml/2006/main" noGrp="1"/>
          </p:cNvSpPr>
          <p:nvPr/>
        </p:nvSpPr>
        <p:spPr>
          <a:xfrm xmlns:a="http://schemas.openxmlformats.org/drawingml/2006/main">
            <a:off x="590550" y="2419350"/>
            <a:ext cx="10525125" cy="0"/>
          </a:xfrm>
          <a:prstGeom xmlns:a="http://schemas.openxmlformats.org/drawingml/2006/main" prst="line">
            <a:avLst/>
          </a:prstGeom>
          <a:noFill xmlns:a="http://schemas.openxmlformats.org/drawingml/2006/main"/>
          <a:ln xmlns:a="http://schemas.openxmlformats.org/drawingml/2006/main" w="9525">
            <a:solidFill>
              <a:srgbClr val="263247"/>
            </a:solidFill>
            <a:prstDash val="solid"/>
          </a:ln>
        </p:spPr>
      </p:sp>
      <p:sp>
        <p:nvSpPr>
          <p:cNvPr id="7" name="">
            <a:extLst xmlns:a="http://schemas.openxmlformats.org/drawingml/2006/main">
              <a:ext uri="{FF2B5EF4-FFF2-40B4-BE49-F238E27FC236}">
                <a16:creationId xmlns:a16="http://schemas.microsoft.com/office/drawing/2014/main" id="{BD73B5A5-B633-4781-8B0C-535718D98D4B}"/>
              </a:ext>
            </a:extLst>
          </p:cNvPr>
          <p:cNvSpPr>
            <a:spLocks xmlns:a="http://schemas.openxmlformats.org/drawingml/2006/main" noGrp="1"/>
          </p:cNvSpPr>
          <p:nvPr/>
        </p:nvSpPr>
        <p:spPr>
          <a:xfrm xmlns:a="http://schemas.openxmlformats.org/drawingml/2006/main">
            <a:off x="590550" y="2695575"/>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FFFDF9"/>
                </a:solidFill>
                <a:latin typeface="Nimbus Sans"/>
                <a:ea typeface="Nimbus Sans"/>
                <a:cs typeface="Nimbus Sans"/>
              </a:defRPr>
            </a:pPr>
            <a:r>
              <a:rPr sz="2025" b="1" i="0">
                <a:solidFill>
                  <a:srgbClr val="FFFDF9"/>
                </a:solidFill>
                <a:latin typeface="Nimbus Sans"/>
                <a:ea typeface="Nimbus Sans"/>
                <a:cs typeface="Nimbus Sans"/>
              </a:rPr>
              <a:t>SET IT UP</a:t>
            </a:r>
          </a:p>
        </p:txBody>
      </p:sp>
      <p:sp>
        <p:nvSpPr>
          <p:cNvPr id="8" name="">
            <a:extLst xmlns:a="http://schemas.openxmlformats.org/drawingml/2006/main">
              <a:ext uri="{FF2B5EF4-FFF2-40B4-BE49-F238E27FC236}">
                <a16:creationId xmlns:a16="http://schemas.microsoft.com/office/drawing/2014/main" id="{72ADE3EF-FF35-4780-8D54-E05657C85D9E}"/>
              </a:ext>
            </a:extLst>
          </p:cNvPr>
          <p:cNvSpPr>
            <a:spLocks xmlns:a="http://schemas.openxmlformats.org/drawingml/2006/main" noGrp="1"/>
          </p:cNvSpPr>
          <p:nvPr/>
        </p:nvSpPr>
        <p:spPr>
          <a:xfrm xmlns:a="http://schemas.openxmlformats.org/drawingml/2006/main">
            <a:off x="4524375" y="2857500"/>
            <a:ext cx="904875" cy="0"/>
          </a:xfrm>
          <a:prstGeom xmlns:a="http://schemas.openxmlformats.org/drawingml/2006/main" prst="line">
            <a:avLst/>
          </a:prstGeom>
          <a:noFill xmlns:a="http://schemas.openxmlformats.org/drawingml/2006/main"/>
          <a:ln xmlns:a="http://schemas.openxmlformats.org/drawingml/2006/main" w="28575">
            <a:solidFill>
              <a:srgbClr val="D9A95B"/>
            </a:solidFill>
            <a:prstDash val="solid"/>
          </a:ln>
        </p:spPr>
      </p:sp>
      <p:sp>
        <p:nvSpPr>
          <p:cNvPr id="9" name="">
            <a:extLst xmlns:a="http://schemas.openxmlformats.org/drawingml/2006/main">
              <a:ext uri="{FF2B5EF4-FFF2-40B4-BE49-F238E27FC236}">
                <a16:creationId xmlns:a16="http://schemas.microsoft.com/office/drawing/2014/main" id="{914C3BE1-159C-4960-B31E-C93F17A57B1C}"/>
              </a:ext>
            </a:extLst>
          </p:cNvPr>
          <p:cNvSpPr>
            <a:spLocks xmlns:a="http://schemas.openxmlformats.org/drawingml/2006/main" noGrp="1"/>
          </p:cNvSpPr>
          <p:nvPr/>
        </p:nvSpPr>
        <p:spPr>
          <a:xfrm xmlns:a="http://schemas.openxmlformats.org/drawingml/2006/main">
            <a:off x="5743575" y="2724150"/>
            <a:ext cx="538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D8DDE4"/>
                </a:solidFill>
                <a:latin typeface="Nimbus Sans"/>
                <a:ea typeface="Nimbus Sans"/>
                <a:cs typeface="Nimbus Sans"/>
              </a:defRPr>
            </a:pPr>
            <a:r>
              <a:rPr sz="1500" b="0" i="0">
                <a:solidFill>
                  <a:srgbClr val="D8DDE4"/>
                </a:solidFill>
                <a:latin typeface="Nimbus Sans"/>
                <a:ea typeface="Nimbus Sans"/>
                <a:cs typeface="Nimbus Sans"/>
              </a:rPr>
              <a:t>Contemporary rom-com momentum and workplace polish</a:t>
            </a:r>
          </a:p>
        </p:txBody>
      </p:sp>
      <p:sp>
        <p:nvSpPr>
          <p:cNvPr id="10" name="">
            <a:extLst xmlns:a="http://schemas.openxmlformats.org/drawingml/2006/main">
              <a:ext uri="{FF2B5EF4-FFF2-40B4-BE49-F238E27FC236}">
                <a16:creationId xmlns:a16="http://schemas.microsoft.com/office/drawing/2014/main" id="{0D344BFE-3C27-464B-91FE-4EF2771BB4CA}"/>
              </a:ext>
            </a:extLst>
          </p:cNvPr>
          <p:cNvSpPr>
            <a:spLocks xmlns:a="http://schemas.openxmlformats.org/drawingml/2006/main" noGrp="1"/>
          </p:cNvSpPr>
          <p:nvPr/>
        </p:nvSpPr>
        <p:spPr>
          <a:xfrm xmlns:a="http://schemas.openxmlformats.org/drawingml/2006/main">
            <a:off x="590550" y="3419475"/>
            <a:ext cx="10525125" cy="0"/>
          </a:xfrm>
          <a:prstGeom xmlns:a="http://schemas.openxmlformats.org/drawingml/2006/main" prst="line">
            <a:avLst/>
          </a:prstGeom>
          <a:noFill xmlns:a="http://schemas.openxmlformats.org/drawingml/2006/main"/>
          <a:ln xmlns:a="http://schemas.openxmlformats.org/drawingml/2006/main" w="9525">
            <a:solidFill>
              <a:srgbClr val="263247"/>
            </a:solidFill>
            <a:prstDash val="solid"/>
          </a:ln>
        </p:spPr>
      </p:sp>
      <p:sp>
        <p:nvSpPr>
          <p:cNvPr id="11" name="">
            <a:extLst xmlns:a="http://schemas.openxmlformats.org/drawingml/2006/main">
              <a:ext uri="{FF2B5EF4-FFF2-40B4-BE49-F238E27FC236}">
                <a16:creationId xmlns:a16="http://schemas.microsoft.com/office/drawing/2014/main" id="{7CBD68B9-2195-413D-A403-61BFCA040FCD}"/>
              </a:ext>
            </a:extLst>
          </p:cNvPr>
          <p:cNvSpPr>
            <a:spLocks xmlns:a="http://schemas.openxmlformats.org/drawingml/2006/main" noGrp="1"/>
          </p:cNvSpPr>
          <p:nvPr/>
        </p:nvSpPr>
        <p:spPr>
          <a:xfrm xmlns:a="http://schemas.openxmlformats.org/drawingml/2006/main">
            <a:off x="590550" y="369570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898"/>
          </a:bodyPr>
          <a:lstStyle xmlns:a="http://schemas.openxmlformats.org/drawingml/2006/main"/>
          <a:p xmlns:a="http://schemas.openxmlformats.org/drawingml/2006/main">
            <a:pPr algn="l">
              <a:lnSpc>
                <a:spcPct val="100000"/>
              </a:lnSpc>
              <a:buNone/>
              <a:defRPr sz="2025" b="1" i="0">
                <a:solidFill>
                  <a:srgbClr val="E4B765"/>
                </a:solidFill>
                <a:latin typeface="Nimbus Sans"/>
                <a:ea typeface="Nimbus Sans"/>
                <a:cs typeface="Nimbus Sans"/>
              </a:defRPr>
            </a:pPr>
            <a:r>
              <a:rPr sz="2025" b="1" i="0">
                <a:solidFill>
                  <a:srgbClr val="E4B765"/>
                </a:solidFill>
                <a:latin typeface="Nimbus Sans"/>
                <a:ea typeface="Nimbus Sans"/>
                <a:cs typeface="Nimbus Sans"/>
              </a:rPr>
              <a:t>THE TRUTH ABOUT CATS &amp; DOGS</a:t>
            </a:r>
          </a:p>
        </p:txBody>
      </p:sp>
      <p:sp>
        <p:nvSpPr>
          <p:cNvPr id="12" name="">
            <a:extLst xmlns:a="http://schemas.openxmlformats.org/drawingml/2006/main">
              <a:ext uri="{FF2B5EF4-FFF2-40B4-BE49-F238E27FC236}">
                <a16:creationId xmlns:a16="http://schemas.microsoft.com/office/drawing/2014/main" id="{B750F7F3-241A-408D-9793-438DC7480080}"/>
              </a:ext>
            </a:extLst>
          </p:cNvPr>
          <p:cNvSpPr>
            <a:spLocks xmlns:a="http://schemas.openxmlformats.org/drawingml/2006/main" noGrp="1"/>
          </p:cNvSpPr>
          <p:nvPr/>
        </p:nvSpPr>
        <p:spPr>
          <a:xfrm xmlns:a="http://schemas.openxmlformats.org/drawingml/2006/main">
            <a:off x="4524375" y="3857625"/>
            <a:ext cx="904875" cy="0"/>
          </a:xfrm>
          <a:prstGeom xmlns:a="http://schemas.openxmlformats.org/drawingml/2006/main" prst="line">
            <a:avLst/>
          </a:prstGeom>
          <a:noFill xmlns:a="http://schemas.openxmlformats.org/drawingml/2006/main"/>
          <a:ln xmlns:a="http://schemas.openxmlformats.org/drawingml/2006/main" w="28575">
            <a:solidFill>
              <a:srgbClr val="C96555"/>
            </a:solidFill>
            <a:prstDash val="solid"/>
          </a:ln>
        </p:spPr>
      </p:sp>
      <p:sp>
        <p:nvSpPr>
          <p:cNvPr id="13" name="">
            <a:extLst xmlns:a="http://schemas.openxmlformats.org/drawingml/2006/main">
              <a:ext uri="{FF2B5EF4-FFF2-40B4-BE49-F238E27FC236}">
                <a16:creationId xmlns:a16="http://schemas.microsoft.com/office/drawing/2014/main" id="{E521B9D7-96EC-41BE-8CB3-9A3807565489}"/>
              </a:ext>
            </a:extLst>
          </p:cNvPr>
          <p:cNvSpPr>
            <a:spLocks xmlns:a="http://schemas.openxmlformats.org/drawingml/2006/main" noGrp="1"/>
          </p:cNvSpPr>
          <p:nvPr/>
        </p:nvSpPr>
        <p:spPr>
          <a:xfrm xmlns:a="http://schemas.openxmlformats.org/drawingml/2006/main">
            <a:off x="5743575" y="3724275"/>
            <a:ext cx="538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D8DDE4"/>
                </a:solidFill>
                <a:latin typeface="Nimbus Sans"/>
                <a:ea typeface="Nimbus Sans"/>
                <a:cs typeface="Nimbus Sans"/>
              </a:defRPr>
            </a:pPr>
            <a:r>
              <a:rPr sz="1500" b="0" i="0">
                <a:solidFill>
                  <a:srgbClr val="D8DDE4"/>
                </a:solidFill>
                <a:latin typeface="Nimbus Sans"/>
                <a:ea typeface="Nimbus Sans"/>
                <a:cs typeface="Nimbus Sans"/>
              </a:rPr>
              <a:t>Attraction grows inside a borrowed identity</a:t>
            </a:r>
          </a:p>
        </p:txBody>
      </p:sp>
      <p:sp>
        <p:nvSpPr>
          <p:cNvPr id="14" name="">
            <a:extLst xmlns:a="http://schemas.openxmlformats.org/drawingml/2006/main">
              <a:ext uri="{FF2B5EF4-FFF2-40B4-BE49-F238E27FC236}">
                <a16:creationId xmlns:a16="http://schemas.microsoft.com/office/drawing/2014/main" id="{E7D1D8FC-8787-43C8-8202-8A69DDACD140}"/>
              </a:ext>
            </a:extLst>
          </p:cNvPr>
          <p:cNvSpPr>
            <a:spLocks xmlns:a="http://schemas.openxmlformats.org/drawingml/2006/main" noGrp="1"/>
          </p:cNvSpPr>
          <p:nvPr/>
        </p:nvSpPr>
        <p:spPr>
          <a:xfrm xmlns:a="http://schemas.openxmlformats.org/drawingml/2006/main">
            <a:off x="590550" y="4419600"/>
            <a:ext cx="10525125" cy="0"/>
          </a:xfrm>
          <a:prstGeom xmlns:a="http://schemas.openxmlformats.org/drawingml/2006/main" prst="line">
            <a:avLst/>
          </a:prstGeom>
          <a:noFill xmlns:a="http://schemas.openxmlformats.org/drawingml/2006/main"/>
          <a:ln xmlns:a="http://schemas.openxmlformats.org/drawingml/2006/main" w="9525">
            <a:solidFill>
              <a:srgbClr val="263247"/>
            </a:solidFill>
            <a:prstDash val="solid"/>
          </a:ln>
        </p:spPr>
      </p:sp>
      <p:sp>
        <p:nvSpPr>
          <p:cNvPr id="15" name="">
            <a:extLst xmlns:a="http://schemas.openxmlformats.org/drawingml/2006/main">
              <a:ext uri="{FF2B5EF4-FFF2-40B4-BE49-F238E27FC236}">
                <a16:creationId xmlns:a16="http://schemas.microsoft.com/office/drawing/2014/main" id="{4CDA1484-F80F-40C5-9364-B66C9886EF62}"/>
              </a:ext>
            </a:extLst>
          </p:cNvPr>
          <p:cNvSpPr>
            <a:spLocks xmlns:a="http://schemas.openxmlformats.org/drawingml/2006/main" noGrp="1"/>
          </p:cNvSpPr>
          <p:nvPr/>
        </p:nvSpPr>
        <p:spPr>
          <a:xfrm xmlns:a="http://schemas.openxmlformats.org/drawingml/2006/main">
            <a:off x="590550" y="4695825"/>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FFFDF9"/>
                </a:solidFill>
                <a:latin typeface="Nimbus Sans"/>
                <a:ea typeface="Nimbus Sans"/>
                <a:cs typeface="Nimbus Sans"/>
              </a:defRPr>
            </a:pPr>
            <a:r>
              <a:rPr sz="2025" b="1" i="0">
                <a:solidFill>
                  <a:srgbClr val="FFFDF9"/>
                </a:solidFill>
                <a:latin typeface="Nimbus Sans"/>
                <a:ea typeface="Nimbus Sans"/>
                <a:cs typeface="Nimbus Sans"/>
              </a:rPr>
              <a:t>INSECURE</a:t>
            </a:r>
          </a:p>
        </p:txBody>
      </p:sp>
      <p:sp>
        <p:nvSpPr>
          <p:cNvPr id="16" name="">
            <a:extLst xmlns:a="http://schemas.openxmlformats.org/drawingml/2006/main">
              <a:ext uri="{FF2B5EF4-FFF2-40B4-BE49-F238E27FC236}">
                <a16:creationId xmlns:a16="http://schemas.microsoft.com/office/drawing/2014/main" id="{8018BBE1-69FC-40B3-B45A-A82030C10CE3}"/>
              </a:ext>
            </a:extLst>
          </p:cNvPr>
          <p:cNvSpPr>
            <a:spLocks xmlns:a="http://schemas.openxmlformats.org/drawingml/2006/main" noGrp="1"/>
          </p:cNvSpPr>
          <p:nvPr/>
        </p:nvSpPr>
        <p:spPr>
          <a:xfrm xmlns:a="http://schemas.openxmlformats.org/drawingml/2006/main">
            <a:off x="4524375" y="4857750"/>
            <a:ext cx="904875" cy="0"/>
          </a:xfrm>
          <a:prstGeom xmlns:a="http://schemas.openxmlformats.org/drawingml/2006/main" prst="line">
            <a:avLst/>
          </a:prstGeom>
          <a:noFill xmlns:a="http://schemas.openxmlformats.org/drawingml/2006/main"/>
          <a:ln xmlns:a="http://schemas.openxmlformats.org/drawingml/2006/main" w="28575">
            <a:solidFill>
              <a:srgbClr val="D9A95B"/>
            </a:solidFill>
            <a:prstDash val="solid"/>
          </a:ln>
        </p:spPr>
      </p:sp>
      <p:sp>
        <p:nvSpPr>
          <p:cNvPr id="17" name="">
            <a:extLst xmlns:a="http://schemas.openxmlformats.org/drawingml/2006/main">
              <a:ext uri="{FF2B5EF4-FFF2-40B4-BE49-F238E27FC236}">
                <a16:creationId xmlns:a16="http://schemas.microsoft.com/office/drawing/2014/main" id="{D3BFC9C0-7C53-4256-BD69-89872F90546B}"/>
              </a:ext>
            </a:extLst>
          </p:cNvPr>
          <p:cNvSpPr>
            <a:spLocks xmlns:a="http://schemas.openxmlformats.org/drawingml/2006/main" noGrp="1"/>
          </p:cNvSpPr>
          <p:nvPr/>
        </p:nvSpPr>
        <p:spPr>
          <a:xfrm xmlns:a="http://schemas.openxmlformats.org/drawingml/2006/main">
            <a:off x="5743575" y="4724400"/>
            <a:ext cx="538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D8DDE4"/>
                </a:solidFill>
                <a:latin typeface="Nimbus Sans"/>
                <a:ea typeface="Nimbus Sans"/>
                <a:cs typeface="Nimbus Sans"/>
              </a:defRPr>
            </a:pPr>
            <a:r>
              <a:rPr sz="1500" b="0" i="0">
                <a:solidFill>
                  <a:srgbClr val="D8DDE4"/>
                </a:solidFill>
                <a:latin typeface="Nimbus Sans"/>
                <a:ea typeface="Nimbus Sans"/>
                <a:cs typeface="Nimbus Sans"/>
              </a:rPr>
              <a:t>Specific Black professional life, intimacy, and humor</a:t>
            </a:r>
          </a:p>
        </p:txBody>
      </p:sp>
      <p:sp>
        <p:nvSpPr>
          <p:cNvPr id="18" name="">
            <a:extLst xmlns:a="http://schemas.openxmlformats.org/drawingml/2006/main">
              <a:ext uri="{FF2B5EF4-FFF2-40B4-BE49-F238E27FC236}">
                <a16:creationId xmlns:a16="http://schemas.microsoft.com/office/drawing/2014/main" id="{A346199A-5B2A-4AE2-A8D9-0EB00C16A738}"/>
              </a:ext>
            </a:extLst>
          </p:cNvPr>
          <p:cNvSpPr>
            <a:spLocks xmlns:a="http://schemas.openxmlformats.org/drawingml/2006/main" noGrp="1"/>
          </p:cNvSpPr>
          <p:nvPr/>
        </p:nvSpPr>
        <p:spPr>
          <a:xfrm xmlns:a="http://schemas.openxmlformats.org/drawingml/2006/main">
            <a:off x="590550" y="59245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AAB3C1"/>
                </a:solidFill>
                <a:latin typeface="Nimbus Sans"/>
                <a:ea typeface="Nimbus Sans"/>
                <a:cs typeface="Nimbus Sans"/>
              </a:defRPr>
            </a:pPr>
            <a:r>
              <a:rPr sz="1200" b="0" i="0">
                <a:solidFill>
                  <a:srgbClr val="AAB3C1"/>
                </a:solidFill>
                <a:latin typeface="Nimbus Sans"/>
                <a:ea typeface="Nimbus Sans"/>
                <a:cs typeface="Nimbus Sans"/>
              </a:rPr>
              <a:t>Positioning: elevated studio rom-com with sharp social satire and a warm, commercial finish</a:t>
            </a:r>
          </a:p>
        </p:txBody>
      </p:sp>
      <p:sp>
        <p:nvSpPr>
          <p:cNvPr id="19" name="">
            <a:extLst xmlns:a="http://schemas.openxmlformats.org/drawingml/2006/main">
              <a:ext uri="{FF2B5EF4-FFF2-40B4-BE49-F238E27FC236}">
                <a16:creationId xmlns:a16="http://schemas.microsoft.com/office/drawing/2014/main" id="{D2109065-6019-4B64-9327-8ED813768125}"/>
              </a:ext>
            </a:extLst>
          </p:cNvPr>
          <p:cNvSpPr>
            <a:spLocks xmlns:a="http://schemas.openxmlformats.org/drawingml/2006/main" noGrp="1"/>
          </p:cNvSpPr>
          <p:nvPr/>
        </p:nvSpPr>
        <p:spPr>
          <a:xfrm xmlns:a="http://schemas.openxmlformats.org/drawingml/2006/main">
            <a:off x="571500" y="648652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NCCA ENTERTAINMENT</a:t>
            </a:r>
          </a:p>
        </p:txBody>
      </p:sp>
      <p:sp>
        <p:nvSpPr>
          <p:cNvPr id="20" name="">
            <a:extLst xmlns:a="http://schemas.openxmlformats.org/drawingml/2006/main">
              <a:ext uri="{FF2B5EF4-FFF2-40B4-BE49-F238E27FC236}">
                <a16:creationId xmlns:a16="http://schemas.microsoft.com/office/drawing/2014/main" id="{A1F9CA3A-1BF3-4EF1-91D9-918417DE906C}"/>
              </a:ext>
            </a:extLst>
          </p:cNvPr>
          <p:cNvSpPr>
            <a:spLocks xmlns:a="http://schemas.openxmlformats.org/drawingml/2006/main" noGrp="1"/>
          </p:cNvSpPr>
          <p:nvPr/>
        </p:nvSpPr>
        <p:spPr>
          <a:xfrm xmlns:a="http://schemas.openxmlformats.org/drawingml/2006/main">
            <a:off x="1123950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04</a:t>
            </a:r>
          </a:p>
        </p:txBody>
      </p:sp>
    </p:spTree>
    <p:extLst>
      <p:ext uri="{BB962C8B-B14F-4D97-AF65-F5344CB8AC3E}">
        <p14:creationId xmlns:p14="http://schemas.microsoft.com/office/powerpoint/2010/main" val="2127365865"/>
      </p:ext>
    </p:extLst>
  </p:cSld>
</p:sld>
</file>

<file path=ppt/slides/slide5.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e9a85cd91534aa9"/>
          <a:srcRect xmlns:a="http://schemas.openxmlformats.org/drawingml/2006/main" l="19906" t="0" r="19906" b="0"/>
          <a:stretch xmlns:a="http://schemas.openxmlformats.org/drawingml/2006/main">
            <a:fillRect l="0" t="0" r="0" b="0"/>
          </a:stretch>
        </p:blipFill>
        <p:spPr>
          <a:xfrm xmlns:a="http://schemas.openxmlformats.org/drawingml/2006/main">
            <a:off x="4857750" y="0"/>
            <a:ext cx="7334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5A5966-ED8B-4130-B976-C841C6E1459F}"/>
              </a:ext>
            </a:extLst>
          </p:cNvPr>
          <p:cNvSpPr>
            <a:spLocks xmlns:a="http://schemas.openxmlformats.org/drawingml/2006/main" noGrp="1"/>
          </p:cNvSpPr>
          <p:nvPr/>
        </p:nvSpPr>
        <p:spPr>
          <a:xfrm xmlns:a="http://schemas.openxmlformats.org/drawingml/2006/main">
            <a:off x="4476750" y="0"/>
            <a:ext cx="3333750" cy="6858000"/>
          </a:xfrm>
          <a:prstGeom xmlns:a="http://schemas.openxmlformats.org/drawingml/2006/main" prst="rect">
            <a:avLst/>
          </a:prstGeom>
          <a:gradFill xmlns:a="http://schemas.openxmlformats.org/drawingml/2006/main">
            <a:gsLst>
              <a:gs pos="0">
                <a:srgbClr val="111827"/>
              </a:gs>
              <a:gs pos="42000">
                <a:srgbClr val="111827">
                  <a:alpha val="90196"/>
                </a:srgbClr>
              </a:gs>
              <a:gs pos="100000">
                <a:srgbClr val="111827">
                  <a:alpha val="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DEFBDBA-2058-4730-9B47-D42506B6AEBC}"/>
              </a:ext>
            </a:extLst>
          </p:cNvPr>
          <p:cNvSpPr>
            <a:spLocks xmlns:a="http://schemas.openxmlformats.org/drawingml/2006/main" noGrp="1"/>
          </p:cNvSpPr>
          <p:nvPr/>
        </p:nvSpPr>
        <p:spPr>
          <a:xfrm xmlns:a="http://schemas.openxmlformats.org/drawingml/2006/main">
            <a:off x="590550" y="5715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625" b="1" i="0">
                <a:solidFill>
                  <a:srgbClr val="FFFDF9"/>
                </a:solidFill>
                <a:latin typeface="Nimbus Sans"/>
                <a:ea typeface="Nimbus Sans"/>
                <a:cs typeface="Nimbus Sans"/>
              </a:defRPr>
            </a:pPr>
            <a:r>
              <a:rPr sz="2625" b="1" i="0">
                <a:solidFill>
                  <a:srgbClr val="FFFDF9"/>
                </a:solidFill>
                <a:latin typeface="Nimbus Sans"/>
                <a:ea typeface="Nimbus Sans"/>
                <a:cs typeface="Nimbus Sans"/>
              </a:rPr>
              <a:t>CHLOE MARSH</a:t>
            </a:r>
          </a:p>
        </p:txBody>
      </p:sp>
      <p:sp>
        <p:nvSpPr>
          <p:cNvPr id="4" name="">
            <a:extLst xmlns:a="http://schemas.openxmlformats.org/drawingml/2006/main">
              <a:ext uri="{FF2B5EF4-FFF2-40B4-BE49-F238E27FC236}">
                <a16:creationId xmlns:a16="http://schemas.microsoft.com/office/drawing/2014/main" id="{3ADE27D4-FA21-4035-8208-2339E27008A9}"/>
              </a:ext>
            </a:extLst>
          </p:cNvPr>
          <p:cNvSpPr>
            <a:spLocks xmlns:a="http://schemas.openxmlformats.org/drawingml/2006/main" noGrp="1"/>
          </p:cNvSpPr>
          <p:nvPr/>
        </p:nvSpPr>
        <p:spPr>
          <a:xfrm xmlns:a="http://schemas.openxmlformats.org/drawingml/2006/main">
            <a:off x="590550" y="1152525"/>
            <a:ext cx="371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D9A95B"/>
                </a:solidFill>
                <a:latin typeface="Nimbus Sans"/>
                <a:ea typeface="Nimbus Sans"/>
                <a:cs typeface="Nimbus Sans"/>
              </a:defRPr>
            </a:pPr>
            <a:r>
              <a:rPr sz="1050" b="1" i="0">
                <a:solidFill>
                  <a:srgbClr val="D9A95B"/>
                </a:solidFill>
                <a:latin typeface="Nimbus Sans"/>
                <a:ea typeface="Nimbus Sans"/>
                <a:cs typeface="Nimbus Sans"/>
              </a:rPr>
              <a:t>27  /  FOUNDER OF STANDBY</a:t>
            </a:r>
          </a:p>
        </p:txBody>
      </p:sp>
      <p:sp>
        <p:nvSpPr>
          <p:cNvPr id="5" name="">
            <a:extLst xmlns:a="http://schemas.openxmlformats.org/drawingml/2006/main">
              <a:ext uri="{FF2B5EF4-FFF2-40B4-BE49-F238E27FC236}">
                <a16:creationId xmlns:a16="http://schemas.microsoft.com/office/drawing/2014/main" id="{921D7414-8FD1-441D-9556-68D979E679EB}"/>
              </a:ext>
            </a:extLst>
          </p:cNvPr>
          <p:cNvSpPr>
            <a:spLocks xmlns:a="http://schemas.openxmlformats.org/drawingml/2006/main" noGrp="1"/>
          </p:cNvSpPr>
          <p:nvPr/>
        </p:nvSpPr>
        <p:spPr>
          <a:xfrm xmlns:a="http://schemas.openxmlformats.org/drawingml/2006/main">
            <a:off x="590550" y="1752600"/>
            <a:ext cx="4095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0" i="1">
                <a:solidFill>
                  <a:srgbClr val="F4EBDD"/>
                </a:solidFill>
                <a:latin typeface="Nimbus Roman"/>
                <a:ea typeface="Nimbus Roman"/>
                <a:cs typeface="Nimbus Roman"/>
              </a:defRPr>
            </a:pPr>
            <a:r>
              <a:rPr sz="2325" b="0" i="1">
                <a:solidFill>
                  <a:srgbClr val="F4EBDD"/>
                </a:solidFill>
                <a:latin typeface="Nimbus Roman"/>
                <a:ea typeface="Nimbus Roman"/>
                <a:cs typeface="Nimbus Roman"/>
              </a:rPr>
              <a:t>She can read everyone in the room except herself.</a:t>
            </a:r>
          </a:p>
        </p:txBody>
      </p:sp>
      <p:sp>
        <p:nvSpPr>
          <p:cNvPr id="6" name="">
            <a:extLst xmlns:a="http://schemas.openxmlformats.org/drawingml/2006/main">
              <a:ext uri="{FF2B5EF4-FFF2-40B4-BE49-F238E27FC236}">
                <a16:creationId xmlns:a16="http://schemas.microsoft.com/office/drawing/2014/main" id="{618A4301-9C4B-4002-B7E9-BF37E6F9FD25}"/>
              </a:ext>
            </a:extLst>
          </p:cNvPr>
          <p:cNvSpPr>
            <a:spLocks xmlns:a="http://schemas.openxmlformats.org/drawingml/2006/main" noGrp="1"/>
          </p:cNvSpPr>
          <p:nvPr/>
        </p:nvSpPr>
        <p:spPr>
          <a:xfrm xmlns:a="http://schemas.openxmlformats.org/drawingml/2006/main">
            <a:off x="590550" y="3048000"/>
            <a:ext cx="3381375" cy="0"/>
          </a:xfrm>
          <a:prstGeom xmlns:a="http://schemas.openxmlformats.org/drawingml/2006/main" prst="line">
            <a:avLst/>
          </a:prstGeom>
          <a:noFill xmlns:a="http://schemas.openxmlformats.org/drawingml/2006/main"/>
          <a:ln xmlns:a="http://schemas.openxmlformats.org/drawingml/2006/main" w="28575">
            <a:solidFill>
              <a:srgbClr val="C96555"/>
            </a:solidFill>
            <a:prstDash val="solid"/>
          </a:ln>
        </p:spPr>
      </p:sp>
      <p:sp>
        <p:nvSpPr>
          <p:cNvPr id="7" name="">
            <a:extLst xmlns:a="http://schemas.openxmlformats.org/drawingml/2006/main">
              <a:ext uri="{FF2B5EF4-FFF2-40B4-BE49-F238E27FC236}">
                <a16:creationId xmlns:a16="http://schemas.microsoft.com/office/drawing/2014/main" id="{7F1C67BA-4006-4DA8-BB48-FC831532E69A}"/>
              </a:ext>
            </a:extLst>
          </p:cNvPr>
          <p:cNvSpPr>
            <a:spLocks xmlns:a="http://schemas.openxmlformats.org/drawingml/2006/main" noGrp="1"/>
          </p:cNvSpPr>
          <p:nvPr/>
        </p:nvSpPr>
        <p:spPr>
          <a:xfrm xmlns:a="http://schemas.openxmlformats.org/drawingml/2006/main">
            <a:off x="590550" y="3371850"/>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E6B66A"/>
                </a:solidFill>
                <a:latin typeface="Nimbus Sans"/>
                <a:ea typeface="Nimbus Sans"/>
                <a:cs typeface="Nimbus Sans"/>
              </a:defRPr>
            </a:pPr>
            <a:r>
              <a:rPr sz="975" b="1" i="0">
                <a:solidFill>
                  <a:srgbClr val="E6B66A"/>
                </a:solidFill>
                <a:latin typeface="Nimbus Sans"/>
                <a:ea typeface="Nimbus Sans"/>
                <a:cs typeface="Nimbus Sans"/>
              </a:rPr>
              <a:t>PERSONALITY</a:t>
            </a:r>
          </a:p>
        </p:txBody>
      </p:sp>
      <p:sp>
        <p:nvSpPr>
          <p:cNvPr id="8" name="">
            <a:extLst xmlns:a="http://schemas.openxmlformats.org/drawingml/2006/main">
              <a:ext uri="{FF2B5EF4-FFF2-40B4-BE49-F238E27FC236}">
                <a16:creationId xmlns:a16="http://schemas.microsoft.com/office/drawing/2014/main" id="{2ABE80E3-FF79-4685-ACF2-9FCDF8CAF3ED}"/>
              </a:ext>
            </a:extLst>
          </p:cNvPr>
          <p:cNvSpPr>
            <a:spLocks xmlns:a="http://schemas.openxmlformats.org/drawingml/2006/main" noGrp="1"/>
          </p:cNvSpPr>
          <p:nvPr/>
        </p:nvSpPr>
        <p:spPr>
          <a:xfrm xmlns:a="http://schemas.openxmlformats.org/drawingml/2006/main">
            <a:off x="1781175" y="33718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E1E6EC"/>
                </a:solidFill>
                <a:latin typeface="Nimbus Sans"/>
                <a:ea typeface="Nimbus Sans"/>
                <a:cs typeface="Nimbus Sans"/>
              </a:defRPr>
            </a:pPr>
            <a:r>
              <a:rPr sz="1200" b="0" i="0">
                <a:solidFill>
                  <a:srgbClr val="E1E6EC"/>
                </a:solidFill>
                <a:latin typeface="Nimbus Sans"/>
                <a:ea typeface="Nimbus Sans"/>
                <a:cs typeface="Nimbus Sans"/>
              </a:rPr>
              <a:t>Controlled, observant, dryly funny. She turns emotional risk into a system she can manage.</a:t>
            </a:r>
          </a:p>
        </p:txBody>
      </p:sp>
      <p:sp>
        <p:nvSpPr>
          <p:cNvPr id="9" name="">
            <a:extLst xmlns:a="http://schemas.openxmlformats.org/drawingml/2006/main">
              <a:ext uri="{FF2B5EF4-FFF2-40B4-BE49-F238E27FC236}">
                <a16:creationId xmlns:a16="http://schemas.microsoft.com/office/drawing/2014/main" id="{AA3E847B-8A8D-4D64-8FAD-74A94347EB5A}"/>
              </a:ext>
            </a:extLst>
          </p:cNvPr>
          <p:cNvSpPr>
            <a:spLocks xmlns:a="http://schemas.openxmlformats.org/drawingml/2006/main" noGrp="1"/>
          </p:cNvSpPr>
          <p:nvPr/>
        </p:nvSpPr>
        <p:spPr>
          <a:xfrm xmlns:a="http://schemas.openxmlformats.org/drawingml/2006/main">
            <a:off x="590550" y="4286250"/>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E6B66A"/>
                </a:solidFill>
                <a:latin typeface="Nimbus Sans"/>
                <a:ea typeface="Nimbus Sans"/>
                <a:cs typeface="Nimbus Sans"/>
              </a:defRPr>
            </a:pPr>
            <a:r>
              <a:rPr sz="975" b="1" i="0">
                <a:solidFill>
                  <a:srgbClr val="E6B66A"/>
                </a:solidFill>
                <a:latin typeface="Nimbus Sans"/>
                <a:ea typeface="Nimbus Sans"/>
                <a:cs typeface="Nimbus Sans"/>
              </a:rPr>
              <a:t>GOAL</a:t>
            </a:r>
          </a:p>
        </p:txBody>
      </p:sp>
      <p:sp>
        <p:nvSpPr>
          <p:cNvPr id="10" name="">
            <a:extLst xmlns:a="http://schemas.openxmlformats.org/drawingml/2006/main">
              <a:ext uri="{FF2B5EF4-FFF2-40B4-BE49-F238E27FC236}">
                <a16:creationId xmlns:a16="http://schemas.microsoft.com/office/drawing/2014/main" id="{031FE0DD-82E3-4F76-9E8F-ABEA97A36867}"/>
              </a:ext>
            </a:extLst>
          </p:cNvPr>
          <p:cNvSpPr>
            <a:spLocks xmlns:a="http://schemas.openxmlformats.org/drawingml/2006/main" noGrp="1"/>
          </p:cNvSpPr>
          <p:nvPr/>
        </p:nvSpPr>
        <p:spPr>
          <a:xfrm xmlns:a="http://schemas.openxmlformats.org/drawingml/2006/main">
            <a:off x="1781175" y="42862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E1E6EC"/>
                </a:solidFill>
                <a:latin typeface="Nimbus Sans"/>
                <a:ea typeface="Nimbus Sans"/>
                <a:cs typeface="Nimbus Sans"/>
              </a:defRPr>
            </a:pPr>
            <a:r>
              <a:rPr sz="1200" b="0" i="0">
                <a:solidFill>
                  <a:srgbClr val="E1E6EC"/>
                </a:solidFill>
                <a:latin typeface="Nimbus Sans"/>
                <a:ea typeface="Nimbus Sans"/>
                <a:cs typeface="Nimbus Sans"/>
              </a:rPr>
              <a:t>Protect StandBy, prove her judgment, and keep love at a safe professional distance.</a:t>
            </a:r>
          </a:p>
        </p:txBody>
      </p:sp>
      <p:sp>
        <p:nvSpPr>
          <p:cNvPr id="11" name="">
            <a:extLst xmlns:a="http://schemas.openxmlformats.org/drawingml/2006/main">
              <a:ext uri="{FF2B5EF4-FFF2-40B4-BE49-F238E27FC236}">
                <a16:creationId xmlns:a16="http://schemas.microsoft.com/office/drawing/2014/main" id="{739DD165-6CF6-4518-8FC5-14CF41540FAD}"/>
              </a:ext>
            </a:extLst>
          </p:cNvPr>
          <p:cNvSpPr>
            <a:spLocks xmlns:a="http://schemas.openxmlformats.org/drawingml/2006/main" noGrp="1"/>
          </p:cNvSpPr>
          <p:nvPr/>
        </p:nvSpPr>
        <p:spPr>
          <a:xfrm xmlns:a="http://schemas.openxmlformats.org/drawingml/2006/main">
            <a:off x="590550" y="5200650"/>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E6B66A"/>
                </a:solidFill>
                <a:latin typeface="Nimbus Sans"/>
                <a:ea typeface="Nimbus Sans"/>
                <a:cs typeface="Nimbus Sans"/>
              </a:defRPr>
            </a:pPr>
            <a:r>
              <a:rPr sz="975" b="1" i="0">
                <a:solidFill>
                  <a:srgbClr val="E6B66A"/>
                </a:solidFill>
                <a:latin typeface="Nimbus Sans"/>
                <a:ea typeface="Nimbus Sans"/>
                <a:cs typeface="Nimbus Sans"/>
              </a:rPr>
              <a:t>CONFLICT</a:t>
            </a:r>
          </a:p>
        </p:txBody>
      </p:sp>
      <p:sp>
        <p:nvSpPr>
          <p:cNvPr id="12" name="">
            <a:extLst xmlns:a="http://schemas.openxmlformats.org/drawingml/2006/main">
              <a:ext uri="{FF2B5EF4-FFF2-40B4-BE49-F238E27FC236}">
                <a16:creationId xmlns:a16="http://schemas.microsoft.com/office/drawing/2014/main" id="{26518CB6-F33E-49BB-87CB-99D79B0E7744}"/>
              </a:ext>
            </a:extLst>
          </p:cNvPr>
          <p:cNvSpPr>
            <a:spLocks xmlns:a="http://schemas.openxmlformats.org/drawingml/2006/main" noGrp="1"/>
          </p:cNvSpPr>
          <p:nvPr/>
        </p:nvSpPr>
        <p:spPr>
          <a:xfrm xmlns:a="http://schemas.openxmlformats.org/drawingml/2006/main">
            <a:off x="1781175" y="52006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E1E6EC"/>
                </a:solidFill>
                <a:latin typeface="Nimbus Sans"/>
                <a:ea typeface="Nimbus Sans"/>
                <a:cs typeface="Nimbus Sans"/>
              </a:defRPr>
            </a:pPr>
            <a:r>
              <a:rPr sz="1200" b="0" i="0">
                <a:solidFill>
                  <a:srgbClr val="E1E6EC"/>
                </a:solidFill>
                <a:latin typeface="Nimbus Sans"/>
                <a:ea typeface="Nimbus Sans"/>
                <a:cs typeface="Nimbus Sans"/>
              </a:rPr>
              <a:t>Ben sees through the performance. Choosing him means admitting that control has become her disguise.</a:t>
            </a:r>
          </a:p>
        </p:txBody>
      </p:sp>
      <p:sp>
        <p:nvSpPr>
          <p:cNvPr id="13" name="">
            <a:extLst xmlns:a="http://schemas.openxmlformats.org/drawingml/2006/main">
              <a:ext uri="{FF2B5EF4-FFF2-40B4-BE49-F238E27FC236}">
                <a16:creationId xmlns:a16="http://schemas.microsoft.com/office/drawing/2014/main" id="{165778E1-6072-42DF-ABF1-20AC4CEE203F}"/>
              </a:ext>
            </a:extLst>
          </p:cNvPr>
          <p:cNvSpPr>
            <a:spLocks xmlns:a="http://schemas.openxmlformats.org/drawingml/2006/main" noGrp="1"/>
          </p:cNvSpPr>
          <p:nvPr/>
        </p:nvSpPr>
        <p:spPr>
          <a:xfrm xmlns:a="http://schemas.openxmlformats.org/drawingml/2006/main">
            <a:off x="571500" y="648652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NCCA ENTERTAINMENT</a:t>
            </a:r>
          </a:p>
        </p:txBody>
      </p:sp>
      <p:sp>
        <p:nvSpPr>
          <p:cNvPr id="14" name="">
            <a:extLst xmlns:a="http://schemas.openxmlformats.org/drawingml/2006/main">
              <a:ext uri="{FF2B5EF4-FFF2-40B4-BE49-F238E27FC236}">
                <a16:creationId xmlns:a16="http://schemas.microsoft.com/office/drawing/2014/main" id="{472B9B83-FAF6-4136-8A14-17260007A578}"/>
              </a:ext>
            </a:extLst>
          </p:cNvPr>
          <p:cNvSpPr>
            <a:spLocks xmlns:a="http://schemas.openxmlformats.org/drawingml/2006/main" noGrp="1"/>
          </p:cNvSpPr>
          <p:nvPr/>
        </p:nvSpPr>
        <p:spPr>
          <a:xfrm xmlns:a="http://schemas.openxmlformats.org/drawingml/2006/main">
            <a:off x="1123950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05</a:t>
            </a:r>
          </a:p>
        </p:txBody>
      </p:sp>
    </p:spTree>
    <p:extLst>
      <p:ext uri="{BB962C8B-B14F-4D97-AF65-F5344CB8AC3E}">
        <p14:creationId xmlns:p14="http://schemas.microsoft.com/office/powerpoint/2010/main" val="802317032"/>
      </p:ext>
    </p:extLst>
  </p:cSld>
</p:sld>
</file>

<file path=ppt/slides/slide6.xml><?xml version="1.0" encoding="utf-8"?>
<p:sld xmlns:p="http://schemas.openxmlformats.org/presentationml/2006/main">
  <p:cSld>
    <p:bg>
      <p:bgPr>
        <a:solidFill xmlns:a="http://schemas.openxmlformats.org/drawingml/2006/main">
          <a:srgbClr val="F4EBDD"/>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186fdd3b5f84e5c"/>
          <a:srcRect xmlns:a="http://schemas.openxmlformats.org/drawingml/2006/main" l="20297" t="0" r="20297" b="0"/>
          <a:stretch xmlns:a="http://schemas.openxmlformats.org/drawingml/2006/main">
            <a:fillRect l="0" t="0" r="0" b="0"/>
          </a:stretch>
        </p:blipFill>
        <p:spPr>
          <a:xfrm xmlns:a="http://schemas.openxmlformats.org/drawingml/2006/main">
            <a:off x="0" y="0"/>
            <a:ext cx="7239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B13328-5B5B-4993-B266-02334CEA5AEA}"/>
              </a:ext>
            </a:extLst>
          </p:cNvPr>
          <p:cNvSpPr>
            <a:spLocks xmlns:a="http://schemas.openxmlformats.org/drawingml/2006/main" noGrp="1"/>
          </p:cNvSpPr>
          <p:nvPr/>
        </p:nvSpPr>
        <p:spPr>
          <a:xfrm xmlns:a="http://schemas.openxmlformats.org/drawingml/2006/main">
            <a:off x="5905500" y="0"/>
            <a:ext cx="2762250" cy="6858000"/>
          </a:xfrm>
          <a:prstGeom xmlns:a="http://schemas.openxmlformats.org/drawingml/2006/main" prst="rect">
            <a:avLst/>
          </a:prstGeom>
          <a:gradFill xmlns:a="http://schemas.openxmlformats.org/drawingml/2006/main">
            <a:gsLst>
              <a:gs pos="0">
                <a:srgbClr val="F4EBDD">
                  <a:alpha val="0"/>
                </a:srgbClr>
              </a:gs>
              <a:gs pos="60000">
                <a:srgbClr val="F4EBDD">
                  <a:alpha val="93725"/>
                </a:srgbClr>
              </a:gs>
              <a:gs pos="100000">
                <a:srgbClr val="F4EBDD"/>
              </a:gs>
            </a:gsLst>
            <a:lin ang="108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9D5385-CF67-44A9-9FCB-5FA8AD2168A6}"/>
              </a:ext>
            </a:extLst>
          </p:cNvPr>
          <p:cNvSpPr>
            <a:spLocks xmlns:a="http://schemas.openxmlformats.org/drawingml/2006/main" noGrp="1"/>
          </p:cNvSpPr>
          <p:nvPr/>
        </p:nvSpPr>
        <p:spPr>
          <a:xfrm xmlns:a="http://schemas.openxmlformats.org/drawingml/2006/main">
            <a:off x="7448550" y="5715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625" b="1" i="0">
                <a:solidFill>
                  <a:srgbClr val="0B1324"/>
                </a:solidFill>
                <a:latin typeface="Nimbus Sans"/>
                <a:ea typeface="Nimbus Sans"/>
                <a:cs typeface="Nimbus Sans"/>
              </a:defRPr>
            </a:pPr>
            <a:r>
              <a:rPr sz="2625" b="1" i="0">
                <a:solidFill>
                  <a:srgbClr val="0B1324"/>
                </a:solidFill>
                <a:latin typeface="Nimbus Sans"/>
                <a:ea typeface="Nimbus Sans"/>
                <a:cs typeface="Nimbus Sans"/>
              </a:rPr>
              <a:t>BEN WHITFIELD</a:t>
            </a:r>
          </a:p>
        </p:txBody>
      </p:sp>
      <p:sp>
        <p:nvSpPr>
          <p:cNvPr id="4" name="">
            <a:extLst xmlns:a="http://schemas.openxmlformats.org/drawingml/2006/main">
              <a:ext uri="{FF2B5EF4-FFF2-40B4-BE49-F238E27FC236}">
                <a16:creationId xmlns:a16="http://schemas.microsoft.com/office/drawing/2014/main" id="{1E9C5893-D826-48BD-BBFA-F58020E08A42}"/>
              </a:ext>
            </a:extLst>
          </p:cNvPr>
          <p:cNvSpPr>
            <a:spLocks xmlns:a="http://schemas.openxmlformats.org/drawingml/2006/main" noGrp="1"/>
          </p:cNvSpPr>
          <p:nvPr/>
        </p:nvSpPr>
        <p:spPr>
          <a:xfrm xmlns:a="http://schemas.openxmlformats.org/drawingml/2006/main">
            <a:off x="7458075" y="1152525"/>
            <a:ext cx="352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C96555"/>
                </a:solidFill>
                <a:latin typeface="Nimbus Sans"/>
                <a:ea typeface="Nimbus Sans"/>
                <a:cs typeface="Nimbus Sans"/>
              </a:defRPr>
            </a:pPr>
            <a:r>
              <a:rPr sz="1050" b="1" i="0">
                <a:solidFill>
                  <a:srgbClr val="C96555"/>
                </a:solidFill>
                <a:latin typeface="Nimbus Sans"/>
                <a:ea typeface="Nimbus Sans"/>
                <a:cs typeface="Nimbus Sans"/>
              </a:rPr>
              <a:t>29  /  ARCHITECT</a:t>
            </a:r>
          </a:p>
        </p:txBody>
      </p:sp>
      <p:sp>
        <p:nvSpPr>
          <p:cNvPr id="5" name="">
            <a:extLst xmlns:a="http://schemas.openxmlformats.org/drawingml/2006/main">
              <a:ext uri="{FF2B5EF4-FFF2-40B4-BE49-F238E27FC236}">
                <a16:creationId xmlns:a16="http://schemas.microsoft.com/office/drawing/2014/main" id="{70B31309-AEA0-47F3-B157-3B3C3FEDB1FD}"/>
              </a:ext>
            </a:extLst>
          </p:cNvPr>
          <p:cNvSpPr>
            <a:spLocks xmlns:a="http://schemas.openxmlformats.org/drawingml/2006/main" noGrp="1"/>
          </p:cNvSpPr>
          <p:nvPr/>
        </p:nvSpPr>
        <p:spPr>
          <a:xfrm xmlns:a="http://schemas.openxmlformats.org/drawingml/2006/main">
            <a:off x="7458075" y="1752600"/>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250" b="0" i="1">
                <a:solidFill>
                  <a:srgbClr val="121725"/>
                </a:solidFill>
                <a:latin typeface="Nimbus Roman"/>
                <a:ea typeface="Nimbus Roman"/>
                <a:cs typeface="Nimbus Roman"/>
              </a:defRPr>
            </a:pPr>
            <a:r>
              <a:rPr sz="2250" b="0" i="1">
                <a:solidFill>
                  <a:srgbClr val="121725"/>
                </a:solidFill>
                <a:latin typeface="Nimbus Roman"/>
                <a:ea typeface="Nimbus Roman"/>
                <a:cs typeface="Nimbus Roman"/>
              </a:rPr>
              <a:t>He designs honest spaces while living inside someone else’s name.</a:t>
            </a:r>
          </a:p>
        </p:txBody>
      </p:sp>
      <p:sp>
        <p:nvSpPr>
          <p:cNvPr id="6" name="">
            <a:extLst xmlns:a="http://schemas.openxmlformats.org/drawingml/2006/main">
              <a:ext uri="{FF2B5EF4-FFF2-40B4-BE49-F238E27FC236}">
                <a16:creationId xmlns:a16="http://schemas.microsoft.com/office/drawing/2014/main" id="{A0339102-9F7C-45C4-B464-6826C4E05E87}"/>
              </a:ext>
            </a:extLst>
          </p:cNvPr>
          <p:cNvSpPr>
            <a:spLocks xmlns:a="http://schemas.openxmlformats.org/drawingml/2006/main" noGrp="1"/>
          </p:cNvSpPr>
          <p:nvPr/>
        </p:nvSpPr>
        <p:spPr>
          <a:xfrm xmlns:a="http://schemas.openxmlformats.org/drawingml/2006/main">
            <a:off x="7458075" y="3114675"/>
            <a:ext cx="3590925" cy="0"/>
          </a:xfrm>
          <a:prstGeom xmlns:a="http://schemas.openxmlformats.org/drawingml/2006/main" prst="line">
            <a:avLst/>
          </a:prstGeom>
          <a:noFill xmlns:a="http://schemas.openxmlformats.org/drawingml/2006/main"/>
          <a:ln xmlns:a="http://schemas.openxmlformats.org/drawingml/2006/main" w="28575">
            <a:solidFill>
              <a:srgbClr val="D9A95B"/>
            </a:solidFill>
            <a:prstDash val="solid"/>
          </a:ln>
        </p:spPr>
      </p:sp>
      <p:sp>
        <p:nvSpPr>
          <p:cNvPr id="7" name="">
            <a:extLst xmlns:a="http://schemas.openxmlformats.org/drawingml/2006/main">
              <a:ext uri="{FF2B5EF4-FFF2-40B4-BE49-F238E27FC236}">
                <a16:creationId xmlns:a16="http://schemas.microsoft.com/office/drawing/2014/main" id="{45AD266A-84F4-488F-8CC6-43E93E3348FA}"/>
              </a:ext>
            </a:extLst>
          </p:cNvPr>
          <p:cNvSpPr>
            <a:spLocks xmlns:a="http://schemas.openxmlformats.org/drawingml/2006/main" noGrp="1"/>
          </p:cNvSpPr>
          <p:nvPr/>
        </p:nvSpPr>
        <p:spPr>
          <a:xfrm xmlns:a="http://schemas.openxmlformats.org/drawingml/2006/main">
            <a:off x="7458075" y="342900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C96555"/>
                </a:solidFill>
                <a:latin typeface="Nimbus Sans"/>
                <a:ea typeface="Nimbus Sans"/>
                <a:cs typeface="Nimbus Sans"/>
              </a:defRPr>
            </a:pPr>
            <a:r>
              <a:rPr sz="975" b="1" i="0">
                <a:solidFill>
                  <a:srgbClr val="C96555"/>
                </a:solidFill>
                <a:latin typeface="Nimbus Sans"/>
                <a:ea typeface="Nimbus Sans"/>
                <a:cs typeface="Nimbus Sans"/>
              </a:rPr>
              <a:t>PERSONALITY</a:t>
            </a:r>
          </a:p>
        </p:txBody>
      </p:sp>
      <p:sp>
        <p:nvSpPr>
          <p:cNvPr id="8" name="">
            <a:extLst xmlns:a="http://schemas.openxmlformats.org/drawingml/2006/main">
              <a:ext uri="{FF2B5EF4-FFF2-40B4-BE49-F238E27FC236}">
                <a16:creationId xmlns:a16="http://schemas.microsoft.com/office/drawing/2014/main" id="{469A381E-6AD9-4B5E-AFA7-C792B698B52B}"/>
              </a:ext>
            </a:extLst>
          </p:cNvPr>
          <p:cNvSpPr>
            <a:spLocks xmlns:a="http://schemas.openxmlformats.org/drawingml/2006/main" noGrp="1"/>
          </p:cNvSpPr>
          <p:nvPr/>
        </p:nvSpPr>
        <p:spPr>
          <a:xfrm xmlns:a="http://schemas.openxmlformats.org/drawingml/2006/main">
            <a:off x="8505825" y="342900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27303A"/>
                </a:solidFill>
                <a:latin typeface="Nimbus Sans"/>
                <a:ea typeface="Nimbus Sans"/>
                <a:cs typeface="Nimbus Sans"/>
              </a:defRPr>
            </a:pPr>
            <a:r>
              <a:rPr sz="1200" b="0" i="0">
                <a:solidFill>
                  <a:srgbClr val="27303A"/>
                </a:solidFill>
                <a:latin typeface="Nimbus Sans"/>
                <a:ea typeface="Nimbus Sans"/>
                <a:cs typeface="Nimbus Sans"/>
              </a:rPr>
              <a:t>Warm, quick, loyal. He improvises confidence for everyone except himself.</a:t>
            </a:r>
          </a:p>
        </p:txBody>
      </p:sp>
      <p:sp>
        <p:nvSpPr>
          <p:cNvPr id="9" name="">
            <a:extLst xmlns:a="http://schemas.openxmlformats.org/drawingml/2006/main">
              <a:ext uri="{FF2B5EF4-FFF2-40B4-BE49-F238E27FC236}">
                <a16:creationId xmlns:a16="http://schemas.microsoft.com/office/drawing/2014/main" id="{38FA6E81-3CB2-4C7E-A9DF-D40886051458}"/>
              </a:ext>
            </a:extLst>
          </p:cNvPr>
          <p:cNvSpPr>
            <a:spLocks xmlns:a="http://schemas.openxmlformats.org/drawingml/2006/main" noGrp="1"/>
          </p:cNvSpPr>
          <p:nvPr/>
        </p:nvSpPr>
        <p:spPr>
          <a:xfrm xmlns:a="http://schemas.openxmlformats.org/drawingml/2006/main">
            <a:off x="7458075" y="434340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C96555"/>
                </a:solidFill>
                <a:latin typeface="Nimbus Sans"/>
                <a:ea typeface="Nimbus Sans"/>
                <a:cs typeface="Nimbus Sans"/>
              </a:defRPr>
            </a:pPr>
            <a:r>
              <a:rPr sz="975" b="1" i="0">
                <a:solidFill>
                  <a:srgbClr val="C96555"/>
                </a:solidFill>
                <a:latin typeface="Nimbus Sans"/>
                <a:ea typeface="Nimbus Sans"/>
                <a:cs typeface="Nimbus Sans"/>
              </a:rPr>
              <a:t>ARC</a:t>
            </a:r>
          </a:p>
        </p:txBody>
      </p:sp>
      <p:sp>
        <p:nvSpPr>
          <p:cNvPr id="10" name="">
            <a:extLst xmlns:a="http://schemas.openxmlformats.org/drawingml/2006/main">
              <a:ext uri="{FF2B5EF4-FFF2-40B4-BE49-F238E27FC236}">
                <a16:creationId xmlns:a16="http://schemas.microsoft.com/office/drawing/2014/main" id="{EC694680-C145-4385-B0F6-800A64F03AAD}"/>
              </a:ext>
            </a:extLst>
          </p:cNvPr>
          <p:cNvSpPr>
            <a:spLocks xmlns:a="http://schemas.openxmlformats.org/drawingml/2006/main" noGrp="1"/>
          </p:cNvSpPr>
          <p:nvPr/>
        </p:nvSpPr>
        <p:spPr>
          <a:xfrm xmlns:a="http://schemas.openxmlformats.org/drawingml/2006/main">
            <a:off x="8505825" y="434340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27303A"/>
                </a:solidFill>
                <a:latin typeface="Nimbus Sans"/>
                <a:ea typeface="Nimbus Sans"/>
                <a:cs typeface="Nimbus Sans"/>
              </a:defRPr>
            </a:pPr>
            <a:r>
              <a:rPr sz="1200" b="0" i="0">
                <a:solidFill>
                  <a:srgbClr val="27303A"/>
                </a:solidFill>
                <a:latin typeface="Nimbus Sans"/>
                <a:ea typeface="Nimbus Sans"/>
                <a:cs typeface="Nimbus Sans"/>
              </a:rPr>
              <a:t>What begins as a favor becomes the first choice he makes for his own emotional life.</a:t>
            </a:r>
          </a:p>
        </p:txBody>
      </p:sp>
      <p:sp>
        <p:nvSpPr>
          <p:cNvPr id="11" name="">
            <a:extLst xmlns:a="http://schemas.openxmlformats.org/drawingml/2006/main">
              <a:ext uri="{FF2B5EF4-FFF2-40B4-BE49-F238E27FC236}">
                <a16:creationId xmlns:a16="http://schemas.microsoft.com/office/drawing/2014/main" id="{FD6E8C55-4708-4DC2-BD6D-0FE2FC08BF28}"/>
              </a:ext>
            </a:extLst>
          </p:cNvPr>
          <p:cNvSpPr>
            <a:spLocks xmlns:a="http://schemas.openxmlformats.org/drawingml/2006/main" noGrp="1"/>
          </p:cNvSpPr>
          <p:nvPr/>
        </p:nvSpPr>
        <p:spPr>
          <a:xfrm xmlns:a="http://schemas.openxmlformats.org/drawingml/2006/main">
            <a:off x="7458075" y="525780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C96555"/>
                </a:solidFill>
                <a:latin typeface="Nimbus Sans"/>
                <a:ea typeface="Nimbus Sans"/>
                <a:cs typeface="Nimbus Sans"/>
              </a:defRPr>
            </a:pPr>
            <a:r>
              <a:rPr sz="975" b="1" i="0">
                <a:solidFill>
                  <a:srgbClr val="C96555"/>
                </a:solidFill>
                <a:latin typeface="Nimbus Sans"/>
                <a:ea typeface="Nimbus Sans"/>
                <a:cs typeface="Nimbus Sans"/>
              </a:rPr>
              <a:t>CONNECTION</a:t>
            </a:r>
          </a:p>
        </p:txBody>
      </p:sp>
      <p:sp>
        <p:nvSpPr>
          <p:cNvPr id="12" name="">
            <a:extLst xmlns:a="http://schemas.openxmlformats.org/drawingml/2006/main">
              <a:ext uri="{FF2B5EF4-FFF2-40B4-BE49-F238E27FC236}">
                <a16:creationId xmlns:a16="http://schemas.microsoft.com/office/drawing/2014/main" id="{84CB1B16-AA8D-4473-A9B3-6D5459B5ADC0}"/>
              </a:ext>
            </a:extLst>
          </p:cNvPr>
          <p:cNvSpPr>
            <a:spLocks xmlns:a="http://schemas.openxmlformats.org/drawingml/2006/main" noGrp="1"/>
          </p:cNvSpPr>
          <p:nvPr/>
        </p:nvSpPr>
        <p:spPr>
          <a:xfrm xmlns:a="http://schemas.openxmlformats.org/drawingml/2006/main">
            <a:off x="8505825" y="525780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27303A"/>
                </a:solidFill>
                <a:latin typeface="Nimbus Sans"/>
                <a:ea typeface="Nimbus Sans"/>
                <a:cs typeface="Nimbus Sans"/>
              </a:defRPr>
            </a:pPr>
            <a:r>
              <a:rPr sz="1200" b="0" i="0">
                <a:solidFill>
                  <a:srgbClr val="27303A"/>
                </a:solidFill>
                <a:latin typeface="Nimbus Sans"/>
                <a:ea typeface="Nimbus Sans"/>
                <a:cs typeface="Nimbus Sans"/>
              </a:rPr>
              <a:t>Chloe challenges his charm. Their chemistry deepens when both stop performing their clients.</a:t>
            </a:r>
          </a:p>
        </p:txBody>
      </p:sp>
      <p:sp>
        <p:nvSpPr>
          <p:cNvPr id="13" name="">
            <a:extLst xmlns:a="http://schemas.openxmlformats.org/drawingml/2006/main">
              <a:ext uri="{FF2B5EF4-FFF2-40B4-BE49-F238E27FC236}">
                <a16:creationId xmlns:a16="http://schemas.microsoft.com/office/drawing/2014/main" id="{93E0B180-DA1B-4447-B5ED-03D49F48B936}"/>
              </a:ext>
            </a:extLst>
          </p:cNvPr>
          <p:cNvSpPr>
            <a:spLocks xmlns:a="http://schemas.openxmlformats.org/drawingml/2006/main" noGrp="1"/>
          </p:cNvSpPr>
          <p:nvPr/>
        </p:nvSpPr>
        <p:spPr>
          <a:xfrm xmlns:a="http://schemas.openxmlformats.org/drawingml/2006/main">
            <a:off x="571500" y="648652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6717B"/>
                </a:solidFill>
                <a:latin typeface="Nimbus Sans"/>
                <a:ea typeface="Nimbus Sans"/>
                <a:cs typeface="Nimbus Sans"/>
              </a:defRPr>
            </a:pPr>
            <a:r>
              <a:rPr sz="750" b="1" i="0">
                <a:solidFill>
                  <a:srgbClr val="66717B"/>
                </a:solidFill>
                <a:latin typeface="Nimbus Sans"/>
                <a:ea typeface="Nimbus Sans"/>
                <a:cs typeface="Nimbus Sans"/>
              </a:rPr>
              <a:t>NCCA ENTERTAINMENT</a:t>
            </a:r>
          </a:p>
        </p:txBody>
      </p:sp>
      <p:sp>
        <p:nvSpPr>
          <p:cNvPr id="14" name="">
            <a:extLst xmlns:a="http://schemas.openxmlformats.org/drawingml/2006/main">
              <a:ext uri="{FF2B5EF4-FFF2-40B4-BE49-F238E27FC236}">
                <a16:creationId xmlns:a16="http://schemas.microsoft.com/office/drawing/2014/main" id="{B0651A13-0CB1-451A-AE3E-A9F2C9177F08}"/>
              </a:ext>
            </a:extLst>
          </p:cNvPr>
          <p:cNvSpPr>
            <a:spLocks xmlns:a="http://schemas.openxmlformats.org/drawingml/2006/main" noGrp="1"/>
          </p:cNvSpPr>
          <p:nvPr/>
        </p:nvSpPr>
        <p:spPr>
          <a:xfrm xmlns:a="http://schemas.openxmlformats.org/drawingml/2006/main">
            <a:off x="1123950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66717B"/>
                </a:solidFill>
                <a:latin typeface="Nimbus Sans"/>
                <a:ea typeface="Nimbus Sans"/>
                <a:cs typeface="Nimbus Sans"/>
              </a:defRPr>
            </a:pPr>
            <a:r>
              <a:rPr sz="750" b="1" i="0">
                <a:solidFill>
                  <a:srgbClr val="66717B"/>
                </a:solidFill>
                <a:latin typeface="Nimbus Sans"/>
                <a:ea typeface="Nimbus Sans"/>
                <a:cs typeface="Nimbus Sans"/>
              </a:rPr>
              <a:t>06</a:t>
            </a:r>
          </a:p>
        </p:txBody>
      </p:sp>
    </p:spTree>
    <p:extLst>
      <p:ext uri="{BB962C8B-B14F-4D97-AF65-F5344CB8AC3E}">
        <p14:creationId xmlns:p14="http://schemas.microsoft.com/office/powerpoint/2010/main" val="800249852"/>
      </p:ext>
    </p:extLst>
  </p:cSld>
</p:sld>
</file>

<file path=ppt/slides/slide7.xml><?xml version="1.0" encoding="utf-8"?>
<p:sld xmlns:p="http://schemas.openxmlformats.org/presentationml/2006/main">
  <p:cSld>
    <p:bg>
      <p:bgPr>
        <a:solidFill xmlns:a="http://schemas.openxmlformats.org/drawingml/2006/main">
          <a:srgbClr val="EFE7D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7E58E97-E4D0-4ABF-99F7-3BF93C76B25C}"/>
              </a:ext>
            </a:extLst>
          </p:cNvPr>
          <p:cNvSpPr>
            <a:spLocks xmlns:a="http://schemas.openxmlformats.org/drawingml/2006/main" noGrp="1"/>
          </p:cNvSpPr>
          <p:nvPr/>
        </p:nvSpPr>
        <p:spPr>
          <a:xfrm xmlns:a="http://schemas.openxmlformats.org/drawingml/2006/main">
            <a:off x="590550" y="495300"/>
            <a:ext cx="923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0B1324"/>
                </a:solidFill>
                <a:latin typeface="Nimbus Sans"/>
                <a:ea typeface="Nimbus Sans"/>
                <a:cs typeface="Nimbus Sans"/>
              </a:defRPr>
            </a:pPr>
            <a:r>
              <a:rPr sz="2250" b="1" i="0">
                <a:solidFill>
                  <a:srgbClr val="0B1324"/>
                </a:solidFill>
                <a:latin typeface="Nimbus Sans"/>
                <a:ea typeface="Nimbus Sans"/>
                <a:cs typeface="Nimbus Sans"/>
              </a:rPr>
              <a:t>THE PEOPLE CAUGHT IN THE PERFORMANCE</a:t>
            </a:r>
          </a:p>
        </p:txBody>
      </p:sp>
      <p:sp>
        <p:nvSpPr>
          <p:cNvPr id="2" name="">
            <a:extLst xmlns:a="http://schemas.openxmlformats.org/drawingml/2006/main">
              <a:ext uri="{FF2B5EF4-FFF2-40B4-BE49-F238E27FC236}">
                <a16:creationId xmlns:a16="http://schemas.microsoft.com/office/drawing/2014/main" id="{1E498CF3-2848-4D37-939E-9C365B118B08}"/>
              </a:ext>
            </a:extLst>
          </p:cNvPr>
          <p:cNvSpPr>
            <a:spLocks xmlns:a="http://schemas.openxmlformats.org/drawingml/2006/main" noGrp="1"/>
          </p:cNvSpPr>
          <p:nvPr/>
        </p:nvSpPr>
        <p:spPr>
          <a:xfrm xmlns:a="http://schemas.openxmlformats.org/drawingml/2006/main">
            <a:off x="590550" y="1000125"/>
            <a:ext cx="933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5A6570"/>
                </a:solidFill>
                <a:latin typeface="Nimbus Sans"/>
                <a:ea typeface="Nimbus Sans"/>
                <a:cs typeface="Nimbus Sans"/>
              </a:defRPr>
            </a:pPr>
            <a:r>
              <a:rPr sz="1350" b="0" i="0">
                <a:solidFill>
                  <a:srgbClr val="5A6570"/>
                </a:solidFill>
                <a:latin typeface="Nimbus Sans"/>
                <a:ea typeface="Nimbus Sans"/>
                <a:cs typeface="Nimbus Sans"/>
              </a:rPr>
              <a:t>Every supporting character pressures Chloe and Ben toward the truth from a different angle.</a:t>
            </a:r>
          </a:p>
        </p:txBody>
      </p:sp>
      <p:sp>
        <p:nvSpPr>
          <p:cNvPr id="3" name="">
            <a:extLst xmlns:a="http://schemas.openxmlformats.org/drawingml/2006/main">
              <a:ext uri="{FF2B5EF4-FFF2-40B4-BE49-F238E27FC236}">
                <a16:creationId xmlns:a16="http://schemas.microsoft.com/office/drawing/2014/main" id="{C77230CB-BAA3-4E63-B257-91263478DCF2}"/>
              </a:ext>
            </a:extLst>
          </p:cNvPr>
          <p:cNvSpPr>
            <a:spLocks xmlns:a="http://schemas.openxmlformats.org/drawingml/2006/main" noGrp="1"/>
          </p:cNvSpPr>
          <p:nvPr/>
        </p:nvSpPr>
        <p:spPr>
          <a:xfrm xmlns:a="http://schemas.openxmlformats.org/drawingml/2006/main">
            <a:off x="590550" y="1781175"/>
            <a:ext cx="1962150" cy="3676650"/>
          </a:xfrm>
          <a:prstGeom xmlns:a="http://schemas.openxmlformats.org/drawingml/2006/main" prst="roundRect">
            <a:avLst>
              <a:gd name="adj" fmla="val 7767"/>
            </a:avLst>
          </a:prstGeom>
          <a:solidFill xmlns:a="http://schemas.openxmlformats.org/drawingml/2006/main">
            <a:srgbClr val="C965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EF4A22-31AA-451C-BC59-0EEC97876618}"/>
              </a:ext>
            </a:extLst>
          </p:cNvPr>
          <p:cNvSpPr>
            <a:spLocks xmlns:a="http://schemas.openxmlformats.org/drawingml/2006/main" noGrp="1"/>
          </p:cNvSpPr>
          <p:nvPr/>
        </p:nvSpPr>
        <p:spPr>
          <a:xfrm xmlns:a="http://schemas.openxmlformats.org/drawingml/2006/main">
            <a:off x="762000" y="19716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F7D7CB"/>
                </a:solidFill>
                <a:latin typeface="Nimbus Roman"/>
                <a:ea typeface="Nimbus Roman"/>
                <a:cs typeface="Nimbus Roman"/>
              </a:defRPr>
            </a:pPr>
            <a:r>
              <a:rPr sz="1875" b="1" i="0">
                <a:solidFill>
                  <a:srgbClr val="F7D7CB"/>
                </a:solidFill>
                <a:latin typeface="Nimbus Roman"/>
                <a:ea typeface="Nimbus Roman"/>
                <a:cs typeface="Nimbus Roman"/>
              </a:rPr>
              <a:t>1</a:t>
            </a:r>
          </a:p>
        </p:txBody>
      </p:sp>
      <p:sp>
        <p:nvSpPr>
          <p:cNvPr id="5" name="">
            <a:extLst xmlns:a="http://schemas.openxmlformats.org/drawingml/2006/main">
              <a:ext uri="{FF2B5EF4-FFF2-40B4-BE49-F238E27FC236}">
                <a16:creationId xmlns:a16="http://schemas.microsoft.com/office/drawing/2014/main" id="{E3E20FF1-233A-4C1E-9854-E24846B666B8}"/>
              </a:ext>
            </a:extLst>
          </p:cNvPr>
          <p:cNvSpPr>
            <a:spLocks xmlns:a="http://schemas.openxmlformats.org/drawingml/2006/main" noGrp="1"/>
          </p:cNvSpPr>
          <p:nvPr/>
        </p:nvSpPr>
        <p:spPr>
          <a:xfrm xmlns:a="http://schemas.openxmlformats.org/drawingml/2006/main">
            <a:off x="762000" y="2590800"/>
            <a:ext cx="161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DF9"/>
                </a:solidFill>
                <a:latin typeface="Nimbus Sans"/>
                <a:ea typeface="Nimbus Sans"/>
                <a:cs typeface="Nimbus Sans"/>
              </a:defRPr>
            </a:pPr>
            <a:r>
              <a:rPr sz="1500" b="1" i="0">
                <a:solidFill>
                  <a:srgbClr val="FFFDF9"/>
                </a:solidFill>
                <a:latin typeface="Nimbus Sans"/>
                <a:ea typeface="Nimbus Sans"/>
                <a:cs typeface="Nimbus Sans"/>
              </a:rPr>
              <a:t>SADIE OKAFOR</a:t>
            </a:r>
          </a:p>
        </p:txBody>
      </p:sp>
      <p:sp>
        <p:nvSpPr>
          <p:cNvPr id="6" name="">
            <a:extLst xmlns:a="http://schemas.openxmlformats.org/drawingml/2006/main">
              <a:ext uri="{FF2B5EF4-FFF2-40B4-BE49-F238E27FC236}">
                <a16:creationId xmlns:a16="http://schemas.microsoft.com/office/drawing/2014/main" id="{2739D222-1FE9-4299-8F25-95CE7677EA13}"/>
              </a:ext>
            </a:extLst>
          </p:cNvPr>
          <p:cNvSpPr>
            <a:spLocks xmlns:a="http://schemas.openxmlformats.org/drawingml/2006/main" noGrp="1"/>
          </p:cNvSpPr>
          <p:nvPr/>
        </p:nvSpPr>
        <p:spPr>
          <a:xfrm xmlns:a="http://schemas.openxmlformats.org/drawingml/2006/main">
            <a:off x="762000" y="3390900"/>
            <a:ext cx="1590675" cy="0"/>
          </a:xfrm>
          <a:prstGeom xmlns:a="http://schemas.openxmlformats.org/drawingml/2006/main" prst="line">
            <a:avLst/>
          </a:prstGeom>
          <a:noFill xmlns:a="http://schemas.openxmlformats.org/drawingml/2006/main"/>
          <a:ln xmlns:a="http://schemas.openxmlformats.org/drawingml/2006/main" w="19050">
            <a:solidFill>
              <a:srgbClr val="EFA99C"/>
            </a:solidFill>
            <a:prstDash val="solid"/>
          </a:ln>
        </p:spPr>
      </p:sp>
      <p:sp>
        <p:nvSpPr>
          <p:cNvPr id="7" name="">
            <a:extLst xmlns:a="http://schemas.openxmlformats.org/drawingml/2006/main">
              <a:ext uri="{FF2B5EF4-FFF2-40B4-BE49-F238E27FC236}">
                <a16:creationId xmlns:a16="http://schemas.microsoft.com/office/drawing/2014/main" id="{0964C244-CDC0-4561-9138-E9A6309E99AD}"/>
              </a:ext>
            </a:extLst>
          </p:cNvPr>
          <p:cNvSpPr>
            <a:spLocks xmlns:a="http://schemas.openxmlformats.org/drawingml/2006/main" noGrp="1"/>
          </p:cNvSpPr>
          <p:nvPr/>
        </p:nvSpPr>
        <p:spPr>
          <a:xfrm xmlns:a="http://schemas.openxmlformats.org/drawingml/2006/main">
            <a:off x="762000" y="3648075"/>
            <a:ext cx="161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F8F2EA"/>
                </a:solidFill>
                <a:latin typeface="Nimbus Sans"/>
                <a:ea typeface="Nimbus Sans"/>
                <a:cs typeface="Nimbus Sans"/>
              </a:defRPr>
            </a:pPr>
            <a:r>
              <a:rPr sz="1200" b="0" i="0">
                <a:solidFill>
                  <a:srgbClr val="F8F2EA"/>
                </a:solidFill>
                <a:latin typeface="Nimbus Sans"/>
                <a:ea typeface="Nimbus Sans"/>
                <a:cs typeface="Nimbus Sans"/>
              </a:rPr>
              <a:t>Chloe’s brilliant best friend and first boundary crossed. Romantic anxiety hides fierce self-respect.</a:t>
            </a:r>
          </a:p>
        </p:txBody>
      </p:sp>
      <p:sp>
        <p:nvSpPr>
          <p:cNvPr id="8" name="">
            <a:extLst xmlns:a="http://schemas.openxmlformats.org/drawingml/2006/main">
              <a:ext uri="{FF2B5EF4-FFF2-40B4-BE49-F238E27FC236}">
                <a16:creationId xmlns:a16="http://schemas.microsoft.com/office/drawing/2014/main" id="{C45F2CD7-CC8A-4314-BF5E-C779F491EEC1}"/>
              </a:ext>
            </a:extLst>
          </p:cNvPr>
          <p:cNvSpPr>
            <a:spLocks xmlns:a="http://schemas.openxmlformats.org/drawingml/2006/main" noGrp="1"/>
          </p:cNvSpPr>
          <p:nvPr/>
        </p:nvSpPr>
        <p:spPr>
          <a:xfrm xmlns:a="http://schemas.openxmlformats.org/drawingml/2006/main">
            <a:off x="2838450" y="1781175"/>
            <a:ext cx="1962150" cy="3676650"/>
          </a:xfrm>
          <a:prstGeom xmlns:a="http://schemas.openxmlformats.org/drawingml/2006/main" prst="roundRect">
            <a:avLst>
              <a:gd name="adj" fmla="val 7767"/>
            </a:avLst>
          </a:prstGeom>
          <a:solidFill xmlns:a="http://schemas.openxmlformats.org/drawingml/2006/main">
            <a:srgbClr val="10223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5BBF5B2-5BDE-4F43-A8AD-A186A8102FF5}"/>
              </a:ext>
            </a:extLst>
          </p:cNvPr>
          <p:cNvSpPr>
            <a:spLocks xmlns:a="http://schemas.openxmlformats.org/drawingml/2006/main" noGrp="1"/>
          </p:cNvSpPr>
          <p:nvPr/>
        </p:nvSpPr>
        <p:spPr>
          <a:xfrm xmlns:a="http://schemas.openxmlformats.org/drawingml/2006/main">
            <a:off x="3009900" y="19716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D9A95B"/>
                </a:solidFill>
                <a:latin typeface="Nimbus Roman"/>
                <a:ea typeface="Nimbus Roman"/>
                <a:cs typeface="Nimbus Roman"/>
              </a:defRPr>
            </a:pPr>
            <a:r>
              <a:rPr sz="1875" b="1" i="0">
                <a:solidFill>
                  <a:srgbClr val="D9A95B"/>
                </a:solidFill>
                <a:latin typeface="Nimbus Roman"/>
                <a:ea typeface="Nimbus Roman"/>
                <a:cs typeface="Nimbus Roman"/>
              </a:rPr>
              <a:t>2</a:t>
            </a:r>
          </a:p>
        </p:txBody>
      </p:sp>
      <p:sp>
        <p:nvSpPr>
          <p:cNvPr id="10" name="">
            <a:extLst xmlns:a="http://schemas.openxmlformats.org/drawingml/2006/main">
              <a:ext uri="{FF2B5EF4-FFF2-40B4-BE49-F238E27FC236}">
                <a16:creationId xmlns:a16="http://schemas.microsoft.com/office/drawing/2014/main" id="{ABA8FB76-460D-4754-AAC9-67C23DAD8C65}"/>
              </a:ext>
            </a:extLst>
          </p:cNvPr>
          <p:cNvSpPr>
            <a:spLocks xmlns:a="http://schemas.openxmlformats.org/drawingml/2006/main" noGrp="1"/>
          </p:cNvSpPr>
          <p:nvPr/>
        </p:nvSpPr>
        <p:spPr>
          <a:xfrm xmlns:a="http://schemas.openxmlformats.org/drawingml/2006/main">
            <a:off x="3009900" y="2590800"/>
            <a:ext cx="161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DF9"/>
                </a:solidFill>
                <a:latin typeface="Nimbus Sans"/>
                <a:ea typeface="Nimbus Sans"/>
                <a:cs typeface="Nimbus Sans"/>
              </a:defRPr>
            </a:pPr>
            <a:r>
              <a:rPr sz="1500" b="1" i="0">
                <a:solidFill>
                  <a:srgbClr val="FFFDF9"/>
                </a:solidFill>
                <a:latin typeface="Nimbus Sans"/>
                <a:ea typeface="Nimbus Sans"/>
                <a:cs typeface="Nimbus Sans"/>
              </a:rPr>
              <a:t>MARK</a:t>
            </a:r>
          </a:p>
        </p:txBody>
      </p:sp>
      <p:sp>
        <p:nvSpPr>
          <p:cNvPr id="11" name="">
            <a:extLst xmlns:a="http://schemas.openxmlformats.org/drawingml/2006/main">
              <a:ext uri="{FF2B5EF4-FFF2-40B4-BE49-F238E27FC236}">
                <a16:creationId xmlns:a16="http://schemas.microsoft.com/office/drawing/2014/main" id="{6A89B9C4-C058-4540-AFFE-50C0280EDE7D}"/>
              </a:ext>
            </a:extLst>
          </p:cNvPr>
          <p:cNvSpPr>
            <a:spLocks xmlns:a="http://schemas.openxmlformats.org/drawingml/2006/main" noGrp="1"/>
          </p:cNvSpPr>
          <p:nvPr/>
        </p:nvSpPr>
        <p:spPr>
          <a:xfrm xmlns:a="http://schemas.openxmlformats.org/drawingml/2006/main">
            <a:off x="3009900" y="3390900"/>
            <a:ext cx="1590675" cy="0"/>
          </a:xfrm>
          <a:prstGeom xmlns:a="http://schemas.openxmlformats.org/drawingml/2006/main" prst="line">
            <a:avLst/>
          </a:prstGeom>
          <a:noFill xmlns:a="http://schemas.openxmlformats.org/drawingml/2006/main"/>
          <a:ln xmlns:a="http://schemas.openxmlformats.org/drawingml/2006/main" w="19050">
            <a:solidFill>
              <a:srgbClr val="4D6B82"/>
            </a:solidFill>
            <a:prstDash val="solid"/>
          </a:ln>
        </p:spPr>
      </p:sp>
      <p:sp>
        <p:nvSpPr>
          <p:cNvPr id="12" name="">
            <a:extLst xmlns:a="http://schemas.openxmlformats.org/drawingml/2006/main">
              <a:ext uri="{FF2B5EF4-FFF2-40B4-BE49-F238E27FC236}">
                <a16:creationId xmlns:a16="http://schemas.microsoft.com/office/drawing/2014/main" id="{26236C7C-4363-46B3-8EA1-9AE666126071}"/>
              </a:ext>
            </a:extLst>
          </p:cNvPr>
          <p:cNvSpPr>
            <a:spLocks xmlns:a="http://schemas.openxmlformats.org/drawingml/2006/main" noGrp="1"/>
          </p:cNvSpPr>
          <p:nvPr/>
        </p:nvSpPr>
        <p:spPr>
          <a:xfrm xmlns:a="http://schemas.openxmlformats.org/drawingml/2006/main">
            <a:off x="3009900" y="3648075"/>
            <a:ext cx="161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F8F2EA"/>
                </a:solidFill>
                <a:latin typeface="Nimbus Sans"/>
                <a:ea typeface="Nimbus Sans"/>
                <a:cs typeface="Nimbus Sans"/>
              </a:defRPr>
            </a:pPr>
            <a:r>
              <a:rPr sz="1200" b="0" i="0">
                <a:solidFill>
                  <a:srgbClr val="F8F2EA"/>
                </a:solidFill>
                <a:latin typeface="Nimbus Sans"/>
                <a:ea typeface="Nimbus Sans"/>
                <a:cs typeface="Nimbus Sans"/>
              </a:rPr>
              <a:t>Ben’s numbers-first best friend. Socially anxious, unexpectedly tender, and capable of choosing honesty.</a:t>
            </a:r>
          </a:p>
        </p:txBody>
      </p:sp>
      <p:sp>
        <p:nvSpPr>
          <p:cNvPr id="13" name="">
            <a:extLst xmlns:a="http://schemas.openxmlformats.org/drawingml/2006/main">
              <a:ext uri="{FF2B5EF4-FFF2-40B4-BE49-F238E27FC236}">
                <a16:creationId xmlns:a16="http://schemas.microsoft.com/office/drawing/2014/main" id="{FDCD1F1C-7803-4AF7-A8C9-82835223CFC3}"/>
              </a:ext>
            </a:extLst>
          </p:cNvPr>
          <p:cNvSpPr>
            <a:spLocks xmlns:a="http://schemas.openxmlformats.org/drawingml/2006/main" noGrp="1"/>
          </p:cNvSpPr>
          <p:nvPr/>
        </p:nvSpPr>
        <p:spPr>
          <a:xfrm xmlns:a="http://schemas.openxmlformats.org/drawingml/2006/main">
            <a:off x="5086350" y="1781175"/>
            <a:ext cx="1962150" cy="3676650"/>
          </a:xfrm>
          <a:prstGeom xmlns:a="http://schemas.openxmlformats.org/drawingml/2006/main" prst="roundRect">
            <a:avLst>
              <a:gd name="adj" fmla="val 7767"/>
            </a:avLst>
          </a:prstGeom>
          <a:solidFill xmlns:a="http://schemas.openxmlformats.org/drawingml/2006/main">
            <a:srgbClr val="C9655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6D1DC3-E91A-43A0-829C-A24C6D36ACA9}"/>
              </a:ext>
            </a:extLst>
          </p:cNvPr>
          <p:cNvSpPr>
            <a:spLocks xmlns:a="http://schemas.openxmlformats.org/drawingml/2006/main" noGrp="1"/>
          </p:cNvSpPr>
          <p:nvPr/>
        </p:nvSpPr>
        <p:spPr>
          <a:xfrm xmlns:a="http://schemas.openxmlformats.org/drawingml/2006/main">
            <a:off x="5257800" y="19716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F7D7CB"/>
                </a:solidFill>
                <a:latin typeface="Nimbus Roman"/>
                <a:ea typeface="Nimbus Roman"/>
                <a:cs typeface="Nimbus Roman"/>
              </a:defRPr>
            </a:pPr>
            <a:r>
              <a:rPr sz="1875" b="1" i="0">
                <a:solidFill>
                  <a:srgbClr val="F7D7CB"/>
                </a:solidFill>
                <a:latin typeface="Nimbus Roman"/>
                <a:ea typeface="Nimbus Roman"/>
                <a:cs typeface="Nimbus Roman"/>
              </a:rPr>
              <a:t>3</a:t>
            </a:r>
          </a:p>
        </p:txBody>
      </p:sp>
      <p:sp>
        <p:nvSpPr>
          <p:cNvPr id="15" name="">
            <a:extLst xmlns:a="http://schemas.openxmlformats.org/drawingml/2006/main">
              <a:ext uri="{FF2B5EF4-FFF2-40B4-BE49-F238E27FC236}">
                <a16:creationId xmlns:a16="http://schemas.microsoft.com/office/drawing/2014/main" id="{8BC681D6-DF83-489B-842C-3932F28EB12A}"/>
              </a:ext>
            </a:extLst>
          </p:cNvPr>
          <p:cNvSpPr>
            <a:spLocks xmlns:a="http://schemas.openxmlformats.org/drawingml/2006/main" noGrp="1"/>
          </p:cNvSpPr>
          <p:nvPr/>
        </p:nvSpPr>
        <p:spPr>
          <a:xfrm xmlns:a="http://schemas.openxmlformats.org/drawingml/2006/main">
            <a:off x="5257800" y="2590800"/>
            <a:ext cx="161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DF9"/>
                </a:solidFill>
                <a:latin typeface="Nimbus Sans"/>
                <a:ea typeface="Nimbus Sans"/>
                <a:cs typeface="Nimbus Sans"/>
              </a:defRPr>
            </a:pPr>
            <a:r>
              <a:rPr sz="1500" b="1" i="0">
                <a:solidFill>
                  <a:srgbClr val="FFFDF9"/>
                </a:solidFill>
                <a:latin typeface="Nimbus Sans"/>
                <a:ea typeface="Nimbus Sans"/>
                <a:cs typeface="Nimbus Sans"/>
              </a:rPr>
              <a:t>REGINA MARSH</a:t>
            </a:r>
          </a:p>
        </p:txBody>
      </p:sp>
      <p:sp>
        <p:nvSpPr>
          <p:cNvPr id="16" name="">
            <a:extLst xmlns:a="http://schemas.openxmlformats.org/drawingml/2006/main">
              <a:ext uri="{FF2B5EF4-FFF2-40B4-BE49-F238E27FC236}">
                <a16:creationId xmlns:a16="http://schemas.microsoft.com/office/drawing/2014/main" id="{7A6FF82C-B7A9-4D22-B68C-7FC101E281B0}"/>
              </a:ext>
            </a:extLst>
          </p:cNvPr>
          <p:cNvSpPr>
            <a:spLocks xmlns:a="http://schemas.openxmlformats.org/drawingml/2006/main" noGrp="1"/>
          </p:cNvSpPr>
          <p:nvPr/>
        </p:nvSpPr>
        <p:spPr>
          <a:xfrm xmlns:a="http://schemas.openxmlformats.org/drawingml/2006/main">
            <a:off x="5257800" y="3390900"/>
            <a:ext cx="1590675" cy="0"/>
          </a:xfrm>
          <a:prstGeom xmlns:a="http://schemas.openxmlformats.org/drawingml/2006/main" prst="line">
            <a:avLst/>
          </a:prstGeom>
          <a:noFill xmlns:a="http://schemas.openxmlformats.org/drawingml/2006/main"/>
          <a:ln xmlns:a="http://schemas.openxmlformats.org/drawingml/2006/main" w="19050">
            <a:solidFill>
              <a:srgbClr val="EFA99C"/>
            </a:solidFill>
            <a:prstDash val="solid"/>
          </a:ln>
        </p:spPr>
      </p:sp>
      <p:sp>
        <p:nvSpPr>
          <p:cNvPr id="17" name="">
            <a:extLst xmlns:a="http://schemas.openxmlformats.org/drawingml/2006/main">
              <a:ext uri="{FF2B5EF4-FFF2-40B4-BE49-F238E27FC236}">
                <a16:creationId xmlns:a16="http://schemas.microsoft.com/office/drawing/2014/main" id="{9C46E9AB-913E-45B8-803C-BD41456B82B5}"/>
              </a:ext>
            </a:extLst>
          </p:cNvPr>
          <p:cNvSpPr>
            <a:spLocks xmlns:a="http://schemas.openxmlformats.org/drawingml/2006/main" noGrp="1"/>
          </p:cNvSpPr>
          <p:nvPr/>
        </p:nvSpPr>
        <p:spPr>
          <a:xfrm xmlns:a="http://schemas.openxmlformats.org/drawingml/2006/main">
            <a:off x="5257800" y="3648075"/>
            <a:ext cx="161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F8F2EA"/>
                </a:solidFill>
                <a:latin typeface="Nimbus Sans"/>
                <a:ea typeface="Nimbus Sans"/>
                <a:cs typeface="Nimbus Sans"/>
              </a:defRPr>
            </a:pPr>
            <a:r>
              <a:rPr sz="1200" b="0" i="0">
                <a:solidFill>
                  <a:srgbClr val="F8F2EA"/>
                </a:solidFill>
                <a:latin typeface="Nimbus Sans"/>
                <a:ea typeface="Nimbus Sans"/>
                <a:cs typeface="Nimbus Sans"/>
              </a:rPr>
              <a:t>Chloe’s formidable wedding-planner mother. She sees love as both feeling and public architecture.</a:t>
            </a:r>
          </a:p>
        </p:txBody>
      </p:sp>
      <p:sp>
        <p:nvSpPr>
          <p:cNvPr id="18" name="">
            <a:extLst xmlns:a="http://schemas.openxmlformats.org/drawingml/2006/main">
              <a:ext uri="{FF2B5EF4-FFF2-40B4-BE49-F238E27FC236}">
                <a16:creationId xmlns:a16="http://schemas.microsoft.com/office/drawing/2014/main" id="{5BEA3C5D-1E78-4A98-BADD-14BC862175B3}"/>
              </a:ext>
            </a:extLst>
          </p:cNvPr>
          <p:cNvSpPr>
            <a:spLocks xmlns:a="http://schemas.openxmlformats.org/drawingml/2006/main" noGrp="1"/>
          </p:cNvSpPr>
          <p:nvPr/>
        </p:nvSpPr>
        <p:spPr>
          <a:xfrm xmlns:a="http://schemas.openxmlformats.org/drawingml/2006/main">
            <a:off x="7334250" y="1781175"/>
            <a:ext cx="1962150" cy="3676650"/>
          </a:xfrm>
          <a:prstGeom xmlns:a="http://schemas.openxmlformats.org/drawingml/2006/main" prst="roundRect">
            <a:avLst>
              <a:gd name="adj" fmla="val 7767"/>
            </a:avLst>
          </a:prstGeom>
          <a:solidFill xmlns:a="http://schemas.openxmlformats.org/drawingml/2006/main">
            <a:srgbClr val="10223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0FD4BF5-85BA-4E76-8226-51AB1EAEA99E}"/>
              </a:ext>
            </a:extLst>
          </p:cNvPr>
          <p:cNvSpPr>
            <a:spLocks xmlns:a="http://schemas.openxmlformats.org/drawingml/2006/main" noGrp="1"/>
          </p:cNvSpPr>
          <p:nvPr/>
        </p:nvSpPr>
        <p:spPr>
          <a:xfrm xmlns:a="http://schemas.openxmlformats.org/drawingml/2006/main">
            <a:off x="7505700" y="19716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D9A95B"/>
                </a:solidFill>
                <a:latin typeface="Nimbus Roman"/>
                <a:ea typeface="Nimbus Roman"/>
                <a:cs typeface="Nimbus Roman"/>
              </a:defRPr>
            </a:pPr>
            <a:r>
              <a:rPr sz="1875" b="1" i="0">
                <a:solidFill>
                  <a:srgbClr val="D9A95B"/>
                </a:solidFill>
                <a:latin typeface="Nimbus Roman"/>
                <a:ea typeface="Nimbus Roman"/>
                <a:cs typeface="Nimbus Roman"/>
              </a:rPr>
              <a:t>4</a:t>
            </a:r>
          </a:p>
        </p:txBody>
      </p:sp>
      <p:sp>
        <p:nvSpPr>
          <p:cNvPr id="20" name="">
            <a:extLst xmlns:a="http://schemas.openxmlformats.org/drawingml/2006/main">
              <a:ext uri="{FF2B5EF4-FFF2-40B4-BE49-F238E27FC236}">
                <a16:creationId xmlns:a16="http://schemas.microsoft.com/office/drawing/2014/main" id="{DA197972-3445-4ECB-8006-C8D4712FF024}"/>
              </a:ext>
            </a:extLst>
          </p:cNvPr>
          <p:cNvSpPr>
            <a:spLocks xmlns:a="http://schemas.openxmlformats.org/drawingml/2006/main" noGrp="1"/>
          </p:cNvSpPr>
          <p:nvPr/>
        </p:nvSpPr>
        <p:spPr>
          <a:xfrm xmlns:a="http://schemas.openxmlformats.org/drawingml/2006/main">
            <a:off x="7505700" y="2590800"/>
            <a:ext cx="161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DF9"/>
                </a:solidFill>
                <a:latin typeface="Nimbus Sans"/>
                <a:ea typeface="Nimbus Sans"/>
                <a:cs typeface="Nimbus Sans"/>
              </a:defRPr>
            </a:pPr>
            <a:r>
              <a:rPr sz="1500" b="1" i="0">
                <a:solidFill>
                  <a:srgbClr val="FFFDF9"/>
                </a:solidFill>
                <a:latin typeface="Nimbus Sans"/>
                <a:ea typeface="Nimbus Sans"/>
                <a:cs typeface="Nimbus Sans"/>
              </a:rPr>
              <a:t>RILEY</a:t>
            </a:r>
          </a:p>
        </p:txBody>
      </p:sp>
      <p:sp>
        <p:nvSpPr>
          <p:cNvPr id="21" name="">
            <a:extLst xmlns:a="http://schemas.openxmlformats.org/drawingml/2006/main">
              <a:ext uri="{FF2B5EF4-FFF2-40B4-BE49-F238E27FC236}">
                <a16:creationId xmlns:a16="http://schemas.microsoft.com/office/drawing/2014/main" id="{330F9F9A-662D-4624-8F1A-8420D5B51980}"/>
              </a:ext>
            </a:extLst>
          </p:cNvPr>
          <p:cNvSpPr>
            <a:spLocks xmlns:a="http://schemas.openxmlformats.org/drawingml/2006/main" noGrp="1"/>
          </p:cNvSpPr>
          <p:nvPr/>
        </p:nvSpPr>
        <p:spPr>
          <a:xfrm xmlns:a="http://schemas.openxmlformats.org/drawingml/2006/main">
            <a:off x="7505700" y="3390900"/>
            <a:ext cx="1590675" cy="0"/>
          </a:xfrm>
          <a:prstGeom xmlns:a="http://schemas.openxmlformats.org/drawingml/2006/main" prst="line">
            <a:avLst/>
          </a:prstGeom>
          <a:noFill xmlns:a="http://schemas.openxmlformats.org/drawingml/2006/main"/>
          <a:ln xmlns:a="http://schemas.openxmlformats.org/drawingml/2006/main" w="19050">
            <a:solidFill>
              <a:srgbClr val="4D6B82"/>
            </a:solidFill>
            <a:prstDash val="solid"/>
          </a:ln>
        </p:spPr>
      </p:sp>
      <p:sp>
        <p:nvSpPr>
          <p:cNvPr id="22" name="">
            <a:extLst xmlns:a="http://schemas.openxmlformats.org/drawingml/2006/main">
              <a:ext uri="{FF2B5EF4-FFF2-40B4-BE49-F238E27FC236}">
                <a16:creationId xmlns:a16="http://schemas.microsoft.com/office/drawing/2014/main" id="{8552B9C9-6936-4A54-9AE7-E4B7D0E2A288}"/>
              </a:ext>
            </a:extLst>
          </p:cNvPr>
          <p:cNvSpPr>
            <a:spLocks xmlns:a="http://schemas.openxmlformats.org/drawingml/2006/main" noGrp="1"/>
          </p:cNvSpPr>
          <p:nvPr/>
        </p:nvSpPr>
        <p:spPr>
          <a:xfrm xmlns:a="http://schemas.openxmlformats.org/drawingml/2006/main">
            <a:off x="7505700" y="3648075"/>
            <a:ext cx="161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F8F2EA"/>
                </a:solidFill>
                <a:latin typeface="Nimbus Sans"/>
                <a:ea typeface="Nimbus Sans"/>
                <a:cs typeface="Nimbus Sans"/>
              </a:defRPr>
            </a:pPr>
            <a:r>
              <a:rPr sz="1200" b="0" i="0">
                <a:solidFill>
                  <a:srgbClr val="F8F2EA"/>
                </a:solidFill>
                <a:latin typeface="Nimbus Sans"/>
                <a:ea typeface="Nimbus Sans"/>
                <a:cs typeface="Nimbus Sans"/>
              </a:rPr>
              <a:t>StandBy’s bold proxy dater. A glimpse of what happens when the service outruns Chloe’s control.</a:t>
            </a:r>
          </a:p>
        </p:txBody>
      </p:sp>
      <p:sp>
        <p:nvSpPr>
          <p:cNvPr id="23" name="">
            <a:extLst xmlns:a="http://schemas.openxmlformats.org/drawingml/2006/main">
              <a:ext uri="{FF2B5EF4-FFF2-40B4-BE49-F238E27FC236}">
                <a16:creationId xmlns:a16="http://schemas.microsoft.com/office/drawing/2014/main" id="{65A5B31B-B580-4E7C-AB99-D8B5496EC0E1}"/>
              </a:ext>
            </a:extLst>
          </p:cNvPr>
          <p:cNvSpPr>
            <a:spLocks xmlns:a="http://schemas.openxmlformats.org/drawingml/2006/main" noGrp="1"/>
          </p:cNvSpPr>
          <p:nvPr/>
        </p:nvSpPr>
        <p:spPr>
          <a:xfrm xmlns:a="http://schemas.openxmlformats.org/drawingml/2006/main">
            <a:off x="9582150" y="1781175"/>
            <a:ext cx="1962150" cy="3676650"/>
          </a:xfrm>
          <a:prstGeom xmlns:a="http://schemas.openxmlformats.org/drawingml/2006/main" prst="roundRect">
            <a:avLst>
              <a:gd name="adj" fmla="val 7767"/>
            </a:avLst>
          </a:prstGeom>
          <a:solidFill xmlns:a="http://schemas.openxmlformats.org/drawingml/2006/main">
            <a:srgbClr val="C9655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69EE341-3BB6-43BA-99DC-5A41423993E7}"/>
              </a:ext>
            </a:extLst>
          </p:cNvPr>
          <p:cNvSpPr>
            <a:spLocks xmlns:a="http://schemas.openxmlformats.org/drawingml/2006/main" noGrp="1"/>
          </p:cNvSpPr>
          <p:nvPr/>
        </p:nvSpPr>
        <p:spPr>
          <a:xfrm xmlns:a="http://schemas.openxmlformats.org/drawingml/2006/main">
            <a:off x="9753600" y="1971675"/>
            <a:ext cx="38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F7D7CB"/>
                </a:solidFill>
                <a:latin typeface="Nimbus Roman"/>
                <a:ea typeface="Nimbus Roman"/>
                <a:cs typeface="Nimbus Roman"/>
              </a:defRPr>
            </a:pPr>
            <a:r>
              <a:rPr sz="1875" b="1" i="0">
                <a:solidFill>
                  <a:srgbClr val="F7D7CB"/>
                </a:solidFill>
                <a:latin typeface="Nimbus Roman"/>
                <a:ea typeface="Nimbus Roman"/>
                <a:cs typeface="Nimbus Roman"/>
              </a:rPr>
              <a:t>5</a:t>
            </a:r>
          </a:p>
        </p:txBody>
      </p:sp>
      <p:sp>
        <p:nvSpPr>
          <p:cNvPr id="25" name="">
            <a:extLst xmlns:a="http://schemas.openxmlformats.org/drawingml/2006/main">
              <a:ext uri="{FF2B5EF4-FFF2-40B4-BE49-F238E27FC236}">
                <a16:creationId xmlns:a16="http://schemas.microsoft.com/office/drawing/2014/main" id="{AD4A0AB6-8CEF-4175-A9D7-F05CAAB5795E}"/>
              </a:ext>
            </a:extLst>
          </p:cNvPr>
          <p:cNvSpPr>
            <a:spLocks xmlns:a="http://schemas.openxmlformats.org/drawingml/2006/main" noGrp="1"/>
          </p:cNvSpPr>
          <p:nvPr/>
        </p:nvSpPr>
        <p:spPr>
          <a:xfrm xmlns:a="http://schemas.openxmlformats.org/drawingml/2006/main">
            <a:off x="9753600" y="2590800"/>
            <a:ext cx="161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FFDF9"/>
                </a:solidFill>
                <a:latin typeface="Nimbus Sans"/>
                <a:ea typeface="Nimbus Sans"/>
                <a:cs typeface="Nimbus Sans"/>
              </a:defRPr>
            </a:pPr>
            <a:r>
              <a:rPr sz="1500" b="1" i="0">
                <a:solidFill>
                  <a:srgbClr val="FFFDF9"/>
                </a:solidFill>
                <a:latin typeface="Nimbus Sans"/>
                <a:ea typeface="Nimbus Sans"/>
                <a:cs typeface="Nimbus Sans"/>
              </a:rPr>
              <a:t>GREGORY &amp; WALTER</a:t>
            </a:r>
          </a:p>
        </p:txBody>
      </p:sp>
      <p:sp>
        <p:nvSpPr>
          <p:cNvPr id="26" name="">
            <a:extLst xmlns:a="http://schemas.openxmlformats.org/drawingml/2006/main">
              <a:ext uri="{FF2B5EF4-FFF2-40B4-BE49-F238E27FC236}">
                <a16:creationId xmlns:a16="http://schemas.microsoft.com/office/drawing/2014/main" id="{499523CC-FADB-44AA-BC23-3CBFA207577B}"/>
              </a:ext>
            </a:extLst>
          </p:cNvPr>
          <p:cNvSpPr>
            <a:spLocks xmlns:a="http://schemas.openxmlformats.org/drawingml/2006/main" noGrp="1"/>
          </p:cNvSpPr>
          <p:nvPr/>
        </p:nvSpPr>
        <p:spPr>
          <a:xfrm xmlns:a="http://schemas.openxmlformats.org/drawingml/2006/main">
            <a:off x="9753600" y="3390900"/>
            <a:ext cx="1590675" cy="0"/>
          </a:xfrm>
          <a:prstGeom xmlns:a="http://schemas.openxmlformats.org/drawingml/2006/main" prst="line">
            <a:avLst/>
          </a:prstGeom>
          <a:noFill xmlns:a="http://schemas.openxmlformats.org/drawingml/2006/main"/>
          <a:ln xmlns:a="http://schemas.openxmlformats.org/drawingml/2006/main" w="19050">
            <a:solidFill>
              <a:srgbClr val="EFA99C"/>
            </a:solidFill>
            <a:prstDash val="solid"/>
          </a:ln>
        </p:spPr>
      </p:sp>
      <p:sp>
        <p:nvSpPr>
          <p:cNvPr id="27" name="">
            <a:extLst xmlns:a="http://schemas.openxmlformats.org/drawingml/2006/main">
              <a:ext uri="{FF2B5EF4-FFF2-40B4-BE49-F238E27FC236}">
                <a16:creationId xmlns:a16="http://schemas.microsoft.com/office/drawing/2014/main" id="{CEAEB59B-C6A8-4F06-8B2B-4977AA33257D}"/>
              </a:ext>
            </a:extLst>
          </p:cNvPr>
          <p:cNvSpPr>
            <a:spLocks xmlns:a="http://schemas.openxmlformats.org/drawingml/2006/main" noGrp="1"/>
          </p:cNvSpPr>
          <p:nvPr/>
        </p:nvSpPr>
        <p:spPr>
          <a:xfrm xmlns:a="http://schemas.openxmlformats.org/drawingml/2006/main">
            <a:off x="9753600" y="3648075"/>
            <a:ext cx="161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F8F2EA"/>
                </a:solidFill>
                <a:latin typeface="Nimbus Sans"/>
                <a:ea typeface="Nimbus Sans"/>
                <a:cs typeface="Nimbus Sans"/>
              </a:defRPr>
            </a:pPr>
            <a:r>
              <a:rPr sz="1200" b="0" i="0">
                <a:solidFill>
                  <a:srgbClr val="F8F2EA"/>
                </a:solidFill>
                <a:latin typeface="Nimbus Sans"/>
                <a:ea typeface="Nimbus Sans"/>
                <a:cs typeface="Nimbus Sans"/>
              </a:rPr>
              <a:t>Ben’s opposing father figures: one rewards ambition, the other demands integrity.</a:t>
            </a:r>
          </a:p>
        </p:txBody>
      </p:sp>
      <p:sp>
        <p:nvSpPr>
          <p:cNvPr id="28" name="">
            <a:extLst xmlns:a="http://schemas.openxmlformats.org/drawingml/2006/main">
              <a:ext uri="{FF2B5EF4-FFF2-40B4-BE49-F238E27FC236}">
                <a16:creationId xmlns:a16="http://schemas.microsoft.com/office/drawing/2014/main" id="{7AE20E66-DC24-4DAA-9402-E6325223D8A5}"/>
              </a:ext>
            </a:extLst>
          </p:cNvPr>
          <p:cNvSpPr>
            <a:spLocks xmlns:a="http://schemas.openxmlformats.org/drawingml/2006/main" noGrp="1"/>
          </p:cNvSpPr>
          <p:nvPr/>
        </p:nvSpPr>
        <p:spPr>
          <a:xfrm xmlns:a="http://schemas.openxmlformats.org/drawingml/2006/main">
            <a:off x="571500" y="648652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6717B"/>
                </a:solidFill>
                <a:latin typeface="Nimbus Sans"/>
                <a:ea typeface="Nimbus Sans"/>
                <a:cs typeface="Nimbus Sans"/>
              </a:defRPr>
            </a:pPr>
            <a:r>
              <a:rPr sz="750" b="1" i="0">
                <a:solidFill>
                  <a:srgbClr val="66717B"/>
                </a:solidFill>
                <a:latin typeface="Nimbus Sans"/>
                <a:ea typeface="Nimbus Sans"/>
                <a:cs typeface="Nimbus Sans"/>
              </a:rPr>
              <a:t>NCCA ENTERTAINMENT</a:t>
            </a:r>
          </a:p>
        </p:txBody>
      </p:sp>
      <p:sp>
        <p:nvSpPr>
          <p:cNvPr id="29" name="">
            <a:extLst xmlns:a="http://schemas.openxmlformats.org/drawingml/2006/main">
              <a:ext uri="{FF2B5EF4-FFF2-40B4-BE49-F238E27FC236}">
                <a16:creationId xmlns:a16="http://schemas.microsoft.com/office/drawing/2014/main" id="{A5689684-1AF2-4D77-9C73-CF27CE975508}"/>
              </a:ext>
            </a:extLst>
          </p:cNvPr>
          <p:cNvSpPr>
            <a:spLocks xmlns:a="http://schemas.openxmlformats.org/drawingml/2006/main" noGrp="1"/>
          </p:cNvSpPr>
          <p:nvPr/>
        </p:nvSpPr>
        <p:spPr>
          <a:xfrm xmlns:a="http://schemas.openxmlformats.org/drawingml/2006/main">
            <a:off x="1123950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66717B"/>
                </a:solidFill>
                <a:latin typeface="Nimbus Sans"/>
                <a:ea typeface="Nimbus Sans"/>
                <a:cs typeface="Nimbus Sans"/>
              </a:defRPr>
            </a:pPr>
            <a:r>
              <a:rPr sz="750" b="1" i="0">
                <a:solidFill>
                  <a:srgbClr val="66717B"/>
                </a:solidFill>
                <a:latin typeface="Nimbus Sans"/>
                <a:ea typeface="Nimbus Sans"/>
                <a:cs typeface="Nimbus Sans"/>
              </a:rPr>
              <a:t>07</a:t>
            </a:r>
          </a:p>
        </p:txBody>
      </p:sp>
    </p:spTree>
    <p:extLst>
      <p:ext uri="{BB962C8B-B14F-4D97-AF65-F5344CB8AC3E}">
        <p14:creationId xmlns:p14="http://schemas.microsoft.com/office/powerpoint/2010/main" val="125051970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35f601e8e4f4fe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5501720-7CAA-4304-9412-CABD51E291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111D">
              <a:alpha val="83922"/>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1B67090-B720-4CB2-A830-969EFBAB5ABA}"/>
              </a:ext>
            </a:extLst>
          </p:cNvPr>
          <p:cNvSpPr>
            <a:spLocks xmlns:a="http://schemas.openxmlformats.org/drawingml/2006/main" noGrp="1"/>
          </p:cNvSpPr>
          <p:nvPr/>
        </p:nvSpPr>
        <p:spPr>
          <a:xfrm xmlns:a="http://schemas.openxmlformats.org/drawingml/2006/main">
            <a:off x="590550" y="4381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FFFDF9"/>
                </a:solidFill>
                <a:latin typeface="Nimbus Sans"/>
                <a:ea typeface="Nimbus Sans"/>
                <a:cs typeface="Nimbus Sans"/>
              </a:defRPr>
            </a:pPr>
            <a:r>
              <a:rPr sz="2250" b="1" i="0">
                <a:solidFill>
                  <a:srgbClr val="FFFDF9"/>
                </a:solidFill>
                <a:latin typeface="Nimbus Sans"/>
                <a:ea typeface="Nimbus Sans"/>
                <a:cs typeface="Nimbus Sans"/>
              </a:rPr>
              <a:t>STORY IN THREE ACTS</a:t>
            </a:r>
          </a:p>
        </p:txBody>
      </p:sp>
      <p:sp>
        <p:nvSpPr>
          <p:cNvPr id="4" name="">
            <a:extLst xmlns:a="http://schemas.openxmlformats.org/drawingml/2006/main">
              <a:ext uri="{FF2B5EF4-FFF2-40B4-BE49-F238E27FC236}">
                <a16:creationId xmlns:a16="http://schemas.microsoft.com/office/drawing/2014/main" id="{0D73B409-2B3A-4596-9111-4EAA9712C501}"/>
              </a:ext>
            </a:extLst>
          </p:cNvPr>
          <p:cNvSpPr>
            <a:spLocks xmlns:a="http://schemas.openxmlformats.org/drawingml/2006/main" noGrp="1"/>
          </p:cNvSpPr>
          <p:nvPr/>
        </p:nvSpPr>
        <p:spPr>
          <a:xfrm xmlns:a="http://schemas.openxmlformats.org/drawingml/2006/main">
            <a:off x="590550" y="1438275"/>
            <a:ext cx="3295650" cy="4257675"/>
          </a:xfrm>
          <a:prstGeom xmlns:a="http://schemas.openxmlformats.org/drawingml/2006/main" prst="roundRect">
            <a:avLst>
              <a:gd name="adj" fmla="val 4046"/>
            </a:avLst>
          </a:prstGeom>
          <a:solidFill xmlns:a="http://schemas.openxmlformats.org/drawingml/2006/main">
            <a:srgbClr val="0D1A2B">
              <a:alpha val="90980"/>
            </a:srgbClr>
          </a:solidFill>
          <a:ln xmlns:a="http://schemas.openxmlformats.org/drawingml/2006/main" w="9525">
            <a:solidFill>
              <a:srgbClr val="35506B"/>
            </a:solidFill>
            <a:prstDash val="solid"/>
          </a:ln>
        </p:spPr>
      </p:sp>
      <p:sp>
        <p:nvSpPr>
          <p:cNvPr id="5" name="">
            <a:extLst xmlns:a="http://schemas.openxmlformats.org/drawingml/2006/main">
              <a:ext uri="{FF2B5EF4-FFF2-40B4-BE49-F238E27FC236}">
                <a16:creationId xmlns:a16="http://schemas.microsoft.com/office/drawing/2014/main" id="{F696DAEC-E785-4510-A0D2-0F0B1533E4A1}"/>
              </a:ext>
            </a:extLst>
          </p:cNvPr>
          <p:cNvSpPr>
            <a:spLocks xmlns:a="http://schemas.openxmlformats.org/drawingml/2006/main" noGrp="1"/>
          </p:cNvSpPr>
          <p:nvPr/>
        </p:nvSpPr>
        <p:spPr>
          <a:xfrm xmlns:a="http://schemas.openxmlformats.org/drawingml/2006/main">
            <a:off x="819150" y="1685925"/>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D9A95B"/>
                </a:solidFill>
                <a:latin typeface="Nimbus Sans"/>
                <a:ea typeface="Nimbus Sans"/>
                <a:cs typeface="Nimbus Sans"/>
              </a:defRPr>
            </a:pPr>
            <a:r>
              <a:rPr sz="1050" b="1" i="0">
                <a:solidFill>
                  <a:srgbClr val="D9A95B"/>
                </a:solidFill>
                <a:latin typeface="Nimbus Sans"/>
                <a:ea typeface="Nimbus Sans"/>
                <a:cs typeface="Nimbus Sans"/>
              </a:rPr>
              <a:t>ACT I</a:t>
            </a:r>
          </a:p>
        </p:txBody>
      </p:sp>
      <p:sp>
        <p:nvSpPr>
          <p:cNvPr id="6" name="">
            <a:extLst xmlns:a="http://schemas.openxmlformats.org/drawingml/2006/main">
              <a:ext uri="{FF2B5EF4-FFF2-40B4-BE49-F238E27FC236}">
                <a16:creationId xmlns:a16="http://schemas.microsoft.com/office/drawing/2014/main" id="{4D141B7D-5C77-4F6F-8D1D-CC7E89CCABE6}"/>
              </a:ext>
            </a:extLst>
          </p:cNvPr>
          <p:cNvSpPr>
            <a:spLocks xmlns:a="http://schemas.openxmlformats.org/drawingml/2006/main" noGrp="1"/>
          </p:cNvSpPr>
          <p:nvPr/>
        </p:nvSpPr>
        <p:spPr>
          <a:xfrm xmlns:a="http://schemas.openxmlformats.org/drawingml/2006/main">
            <a:off x="819150" y="21336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FFFDF9"/>
                </a:solidFill>
                <a:latin typeface="Nimbus Sans"/>
                <a:ea typeface="Nimbus Sans"/>
                <a:cs typeface="Nimbus Sans"/>
              </a:defRPr>
            </a:pPr>
            <a:r>
              <a:rPr sz="2100" b="1" i="0">
                <a:solidFill>
                  <a:srgbClr val="FFFDF9"/>
                </a:solidFill>
                <a:latin typeface="Nimbus Sans"/>
                <a:ea typeface="Nimbus Sans"/>
                <a:cs typeface="Nimbus Sans"/>
              </a:rPr>
              <a:t>THE MATCH</a:t>
            </a:r>
          </a:p>
        </p:txBody>
      </p:sp>
      <p:sp>
        <p:nvSpPr>
          <p:cNvPr id="7" name="">
            <a:extLst xmlns:a="http://schemas.openxmlformats.org/drawingml/2006/main">
              <a:ext uri="{FF2B5EF4-FFF2-40B4-BE49-F238E27FC236}">
                <a16:creationId xmlns:a16="http://schemas.microsoft.com/office/drawing/2014/main" id="{70C72C8E-435E-4AEB-951C-A9BD5D7EFDFD}"/>
              </a:ext>
            </a:extLst>
          </p:cNvPr>
          <p:cNvSpPr>
            <a:spLocks xmlns:a="http://schemas.openxmlformats.org/drawingml/2006/main" noGrp="1"/>
          </p:cNvSpPr>
          <p:nvPr/>
        </p:nvSpPr>
        <p:spPr>
          <a:xfrm xmlns:a="http://schemas.openxmlformats.org/drawingml/2006/main">
            <a:off x="819150" y="2781300"/>
            <a:ext cx="2809875" cy="0"/>
          </a:xfrm>
          <a:prstGeom xmlns:a="http://schemas.openxmlformats.org/drawingml/2006/main" prst="line">
            <a:avLst/>
          </a:prstGeom>
          <a:noFill xmlns:a="http://schemas.openxmlformats.org/drawingml/2006/main"/>
          <a:ln xmlns:a="http://schemas.openxmlformats.org/drawingml/2006/main" w="19050">
            <a:solidFill>
              <a:srgbClr val="55728D"/>
            </a:solidFill>
            <a:prstDash val="solid"/>
          </a:ln>
        </p:spPr>
      </p:sp>
      <p:sp>
        <p:nvSpPr>
          <p:cNvPr id="8" name="">
            <a:extLst xmlns:a="http://schemas.openxmlformats.org/drawingml/2006/main">
              <a:ext uri="{FF2B5EF4-FFF2-40B4-BE49-F238E27FC236}">
                <a16:creationId xmlns:a16="http://schemas.microsoft.com/office/drawing/2014/main" id="{DA668EC0-C9F3-4518-A483-751A347739DE}"/>
              </a:ext>
            </a:extLst>
          </p:cNvPr>
          <p:cNvSpPr>
            <a:spLocks xmlns:a="http://schemas.openxmlformats.org/drawingml/2006/main" noGrp="1"/>
          </p:cNvSpPr>
          <p:nvPr/>
        </p:nvSpPr>
        <p:spPr>
          <a:xfrm xmlns:a="http://schemas.openxmlformats.org/drawingml/2006/main">
            <a:off x="819150" y="3143250"/>
            <a:ext cx="2762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i="0">
                <a:solidFill>
                  <a:srgbClr val="F5F2ED"/>
                </a:solidFill>
                <a:latin typeface="Nimbus Sans"/>
                <a:ea typeface="Nimbus Sans"/>
                <a:cs typeface="Nimbus Sans"/>
              </a:defRPr>
            </a:pPr>
            <a:r>
              <a:rPr sz="1500" b="0" i="0">
                <a:solidFill>
                  <a:srgbClr val="F5F2ED"/>
                </a:solidFill>
                <a:latin typeface="Nimbus Sans"/>
                <a:ea typeface="Nimbus Sans"/>
                <a:cs typeface="Nimbus Sans"/>
              </a:rPr>
              <a:t>Chloe takes Sadie’s first date. Ben takes Mark’s. The proxies recognize a rare spark and each decides to keep the truth off the table.</a:t>
            </a:r>
          </a:p>
        </p:txBody>
      </p:sp>
      <p:sp>
        <p:nvSpPr>
          <p:cNvPr id="9" name="">
            <a:extLst xmlns:a="http://schemas.openxmlformats.org/drawingml/2006/main">
              <a:ext uri="{FF2B5EF4-FFF2-40B4-BE49-F238E27FC236}">
                <a16:creationId xmlns:a16="http://schemas.microsoft.com/office/drawing/2014/main" id="{76D73AB4-D2A3-474E-B484-96B5E83D626C}"/>
              </a:ext>
            </a:extLst>
          </p:cNvPr>
          <p:cNvSpPr>
            <a:spLocks xmlns:a="http://schemas.openxmlformats.org/drawingml/2006/main" noGrp="1"/>
          </p:cNvSpPr>
          <p:nvPr/>
        </p:nvSpPr>
        <p:spPr>
          <a:xfrm xmlns:a="http://schemas.openxmlformats.org/drawingml/2006/main">
            <a:off x="4343400" y="1438275"/>
            <a:ext cx="3295650" cy="4257675"/>
          </a:xfrm>
          <a:prstGeom xmlns:a="http://schemas.openxmlformats.org/drawingml/2006/main" prst="roundRect">
            <a:avLst>
              <a:gd name="adj" fmla="val 4046"/>
            </a:avLst>
          </a:prstGeom>
          <a:solidFill xmlns:a="http://schemas.openxmlformats.org/drawingml/2006/main">
            <a:srgbClr val="C96555">
              <a:alpha val="90980"/>
            </a:srgbClr>
          </a:solidFill>
          <a:ln xmlns:a="http://schemas.openxmlformats.org/drawingml/2006/main" w="9525">
            <a:solidFill>
              <a:srgbClr val="F0B4A8"/>
            </a:solidFill>
            <a:prstDash val="solid"/>
          </a:ln>
        </p:spPr>
      </p:sp>
      <p:sp>
        <p:nvSpPr>
          <p:cNvPr id="10" name="">
            <a:extLst xmlns:a="http://schemas.openxmlformats.org/drawingml/2006/main">
              <a:ext uri="{FF2B5EF4-FFF2-40B4-BE49-F238E27FC236}">
                <a16:creationId xmlns:a16="http://schemas.microsoft.com/office/drawing/2014/main" id="{F3B82F5F-FEE6-419A-8890-FAABD6F1A0CF}"/>
              </a:ext>
            </a:extLst>
          </p:cNvPr>
          <p:cNvSpPr>
            <a:spLocks xmlns:a="http://schemas.openxmlformats.org/drawingml/2006/main" noGrp="1"/>
          </p:cNvSpPr>
          <p:nvPr/>
        </p:nvSpPr>
        <p:spPr>
          <a:xfrm xmlns:a="http://schemas.openxmlformats.org/drawingml/2006/main">
            <a:off x="4572000" y="1685925"/>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FE9E3"/>
                </a:solidFill>
                <a:latin typeface="Nimbus Sans"/>
                <a:ea typeface="Nimbus Sans"/>
                <a:cs typeface="Nimbus Sans"/>
              </a:defRPr>
            </a:pPr>
            <a:r>
              <a:rPr sz="1050" b="1" i="0">
                <a:solidFill>
                  <a:srgbClr val="FFE9E3"/>
                </a:solidFill>
                <a:latin typeface="Nimbus Sans"/>
                <a:ea typeface="Nimbus Sans"/>
                <a:cs typeface="Nimbus Sans"/>
              </a:rPr>
              <a:t>ACT II</a:t>
            </a:r>
          </a:p>
        </p:txBody>
      </p:sp>
      <p:sp>
        <p:nvSpPr>
          <p:cNvPr id="11" name="">
            <a:extLst xmlns:a="http://schemas.openxmlformats.org/drawingml/2006/main">
              <a:ext uri="{FF2B5EF4-FFF2-40B4-BE49-F238E27FC236}">
                <a16:creationId xmlns:a16="http://schemas.microsoft.com/office/drawing/2014/main" id="{CDE4B9B3-E4D1-422C-8D72-AC12AEF81BF3}"/>
              </a:ext>
            </a:extLst>
          </p:cNvPr>
          <p:cNvSpPr>
            <a:spLocks xmlns:a="http://schemas.openxmlformats.org/drawingml/2006/main" noGrp="1"/>
          </p:cNvSpPr>
          <p:nvPr/>
        </p:nvSpPr>
        <p:spPr>
          <a:xfrm xmlns:a="http://schemas.openxmlformats.org/drawingml/2006/main">
            <a:off x="4572000" y="21336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FFFDF9"/>
                </a:solidFill>
                <a:latin typeface="Nimbus Sans"/>
                <a:ea typeface="Nimbus Sans"/>
                <a:cs typeface="Nimbus Sans"/>
              </a:defRPr>
            </a:pPr>
            <a:r>
              <a:rPr sz="2100" b="1" i="0">
                <a:solidFill>
                  <a:srgbClr val="FFFDF9"/>
                </a:solidFill>
                <a:latin typeface="Nimbus Sans"/>
                <a:ea typeface="Nimbus Sans"/>
                <a:cs typeface="Nimbus Sans"/>
              </a:rPr>
              <a:t>THE PERFORMANCE</a:t>
            </a:r>
          </a:p>
        </p:txBody>
      </p:sp>
      <p:sp>
        <p:nvSpPr>
          <p:cNvPr id="12" name="">
            <a:extLst xmlns:a="http://schemas.openxmlformats.org/drawingml/2006/main">
              <a:ext uri="{FF2B5EF4-FFF2-40B4-BE49-F238E27FC236}">
                <a16:creationId xmlns:a16="http://schemas.microsoft.com/office/drawing/2014/main" id="{EEABAC0D-1EC6-4A19-A7F0-91AD92871454}"/>
              </a:ext>
            </a:extLst>
          </p:cNvPr>
          <p:cNvSpPr>
            <a:spLocks xmlns:a="http://schemas.openxmlformats.org/drawingml/2006/main" noGrp="1"/>
          </p:cNvSpPr>
          <p:nvPr/>
        </p:nvSpPr>
        <p:spPr>
          <a:xfrm xmlns:a="http://schemas.openxmlformats.org/drawingml/2006/main">
            <a:off x="4572000" y="2781300"/>
            <a:ext cx="2809875" cy="0"/>
          </a:xfrm>
          <a:prstGeom xmlns:a="http://schemas.openxmlformats.org/drawingml/2006/main" prst="line">
            <a:avLst/>
          </a:prstGeom>
          <a:noFill xmlns:a="http://schemas.openxmlformats.org/drawingml/2006/main"/>
          <a:ln xmlns:a="http://schemas.openxmlformats.org/drawingml/2006/main" w="19050">
            <a:solidFill>
              <a:srgbClr val="F5B9AE"/>
            </a:solidFill>
            <a:prstDash val="solid"/>
          </a:ln>
        </p:spPr>
      </p:sp>
      <p:sp>
        <p:nvSpPr>
          <p:cNvPr id="13" name="">
            <a:extLst xmlns:a="http://schemas.openxmlformats.org/drawingml/2006/main">
              <a:ext uri="{FF2B5EF4-FFF2-40B4-BE49-F238E27FC236}">
                <a16:creationId xmlns:a16="http://schemas.microsoft.com/office/drawing/2014/main" id="{C12E6DA6-D97B-41A8-9EED-D6C3FBC52618}"/>
              </a:ext>
            </a:extLst>
          </p:cNvPr>
          <p:cNvSpPr>
            <a:spLocks xmlns:a="http://schemas.openxmlformats.org/drawingml/2006/main" noGrp="1"/>
          </p:cNvSpPr>
          <p:nvPr/>
        </p:nvSpPr>
        <p:spPr>
          <a:xfrm xmlns:a="http://schemas.openxmlformats.org/drawingml/2006/main">
            <a:off x="4572000" y="3143250"/>
            <a:ext cx="2762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i="0">
                <a:solidFill>
                  <a:srgbClr val="F5F2ED"/>
                </a:solidFill>
                <a:latin typeface="Nimbus Sans"/>
                <a:ea typeface="Nimbus Sans"/>
                <a:cs typeface="Nimbus Sans"/>
              </a:defRPr>
            </a:pPr>
            <a:r>
              <a:rPr sz="1500" b="0" i="0">
                <a:solidFill>
                  <a:srgbClr val="F5F2ED"/>
                </a:solidFill>
                <a:latin typeface="Nimbus Sans"/>
                <a:ea typeface="Nimbus Sans"/>
                <a:cs typeface="Nimbus Sans"/>
              </a:rPr>
              <a:t>Secret dates become real intimacy. Meanwhile, Sadie and Mark connect by text. Chloe and Ben’s careers rise as their friendships begin to fracture.</a:t>
            </a:r>
          </a:p>
        </p:txBody>
      </p:sp>
      <p:sp>
        <p:nvSpPr>
          <p:cNvPr id="14" name="">
            <a:extLst xmlns:a="http://schemas.openxmlformats.org/drawingml/2006/main">
              <a:ext uri="{FF2B5EF4-FFF2-40B4-BE49-F238E27FC236}">
                <a16:creationId xmlns:a16="http://schemas.microsoft.com/office/drawing/2014/main" id="{6733A2DF-657F-42B5-A250-9F05D4F61464}"/>
              </a:ext>
            </a:extLst>
          </p:cNvPr>
          <p:cNvSpPr>
            <a:spLocks xmlns:a="http://schemas.openxmlformats.org/drawingml/2006/main" noGrp="1"/>
          </p:cNvSpPr>
          <p:nvPr/>
        </p:nvSpPr>
        <p:spPr>
          <a:xfrm xmlns:a="http://schemas.openxmlformats.org/drawingml/2006/main">
            <a:off x="8096250" y="1438275"/>
            <a:ext cx="3295650" cy="4257675"/>
          </a:xfrm>
          <a:prstGeom xmlns:a="http://schemas.openxmlformats.org/drawingml/2006/main" prst="roundRect">
            <a:avLst>
              <a:gd name="adj" fmla="val 4046"/>
            </a:avLst>
          </a:prstGeom>
          <a:solidFill xmlns:a="http://schemas.openxmlformats.org/drawingml/2006/main">
            <a:srgbClr val="0D1A2B">
              <a:alpha val="90980"/>
            </a:srgbClr>
          </a:solidFill>
          <a:ln xmlns:a="http://schemas.openxmlformats.org/drawingml/2006/main" w="9525">
            <a:solidFill>
              <a:srgbClr val="35506B"/>
            </a:solidFill>
            <a:prstDash val="solid"/>
          </a:ln>
        </p:spPr>
      </p:sp>
      <p:sp>
        <p:nvSpPr>
          <p:cNvPr id="15" name="">
            <a:extLst xmlns:a="http://schemas.openxmlformats.org/drawingml/2006/main">
              <a:ext uri="{FF2B5EF4-FFF2-40B4-BE49-F238E27FC236}">
                <a16:creationId xmlns:a16="http://schemas.microsoft.com/office/drawing/2014/main" id="{286D0319-3692-4F6F-B5DF-771CB6A7FEF2}"/>
              </a:ext>
            </a:extLst>
          </p:cNvPr>
          <p:cNvSpPr>
            <a:spLocks xmlns:a="http://schemas.openxmlformats.org/drawingml/2006/main" noGrp="1"/>
          </p:cNvSpPr>
          <p:nvPr/>
        </p:nvSpPr>
        <p:spPr>
          <a:xfrm xmlns:a="http://schemas.openxmlformats.org/drawingml/2006/main">
            <a:off x="8324850" y="1685925"/>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D9A95B"/>
                </a:solidFill>
                <a:latin typeface="Nimbus Sans"/>
                <a:ea typeface="Nimbus Sans"/>
                <a:cs typeface="Nimbus Sans"/>
              </a:defRPr>
            </a:pPr>
            <a:r>
              <a:rPr sz="1050" b="1" i="0">
                <a:solidFill>
                  <a:srgbClr val="D9A95B"/>
                </a:solidFill>
                <a:latin typeface="Nimbus Sans"/>
                <a:ea typeface="Nimbus Sans"/>
                <a:cs typeface="Nimbus Sans"/>
              </a:rPr>
              <a:t>ACT III</a:t>
            </a:r>
          </a:p>
        </p:txBody>
      </p:sp>
      <p:sp>
        <p:nvSpPr>
          <p:cNvPr id="16" name="">
            <a:extLst xmlns:a="http://schemas.openxmlformats.org/drawingml/2006/main">
              <a:ext uri="{FF2B5EF4-FFF2-40B4-BE49-F238E27FC236}">
                <a16:creationId xmlns:a16="http://schemas.microsoft.com/office/drawing/2014/main" id="{C987C5F6-8DC2-42BA-83F1-2C522D1DB77D}"/>
              </a:ext>
            </a:extLst>
          </p:cNvPr>
          <p:cNvSpPr>
            <a:spLocks xmlns:a="http://schemas.openxmlformats.org/drawingml/2006/main" noGrp="1"/>
          </p:cNvSpPr>
          <p:nvPr/>
        </p:nvSpPr>
        <p:spPr>
          <a:xfrm xmlns:a="http://schemas.openxmlformats.org/drawingml/2006/main">
            <a:off x="8324850" y="21336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FFFDF9"/>
                </a:solidFill>
                <a:latin typeface="Nimbus Sans"/>
                <a:ea typeface="Nimbus Sans"/>
                <a:cs typeface="Nimbus Sans"/>
              </a:defRPr>
            </a:pPr>
            <a:r>
              <a:rPr sz="2100" b="1" i="0">
                <a:solidFill>
                  <a:srgbClr val="FFFDF9"/>
                </a:solidFill>
                <a:latin typeface="Nimbus Sans"/>
                <a:ea typeface="Nimbus Sans"/>
                <a:cs typeface="Nimbus Sans"/>
              </a:rPr>
              <a:t>THE REVEAL</a:t>
            </a:r>
          </a:p>
        </p:txBody>
      </p:sp>
      <p:sp>
        <p:nvSpPr>
          <p:cNvPr id="17" name="">
            <a:extLst xmlns:a="http://schemas.openxmlformats.org/drawingml/2006/main">
              <a:ext uri="{FF2B5EF4-FFF2-40B4-BE49-F238E27FC236}">
                <a16:creationId xmlns:a16="http://schemas.microsoft.com/office/drawing/2014/main" id="{A9681D41-2812-4A6E-819B-7BF8AE2A0617}"/>
              </a:ext>
            </a:extLst>
          </p:cNvPr>
          <p:cNvSpPr>
            <a:spLocks xmlns:a="http://schemas.openxmlformats.org/drawingml/2006/main" noGrp="1"/>
          </p:cNvSpPr>
          <p:nvPr/>
        </p:nvSpPr>
        <p:spPr>
          <a:xfrm xmlns:a="http://schemas.openxmlformats.org/drawingml/2006/main">
            <a:off x="8324850" y="2781300"/>
            <a:ext cx="2809875" cy="0"/>
          </a:xfrm>
          <a:prstGeom xmlns:a="http://schemas.openxmlformats.org/drawingml/2006/main" prst="line">
            <a:avLst/>
          </a:prstGeom>
          <a:noFill xmlns:a="http://schemas.openxmlformats.org/drawingml/2006/main"/>
          <a:ln xmlns:a="http://schemas.openxmlformats.org/drawingml/2006/main" w="19050">
            <a:solidFill>
              <a:srgbClr val="55728D"/>
            </a:solidFill>
            <a:prstDash val="solid"/>
          </a:ln>
        </p:spPr>
      </p:sp>
      <p:sp>
        <p:nvSpPr>
          <p:cNvPr id="18" name="">
            <a:extLst xmlns:a="http://schemas.openxmlformats.org/drawingml/2006/main">
              <a:ext uri="{FF2B5EF4-FFF2-40B4-BE49-F238E27FC236}">
                <a16:creationId xmlns:a16="http://schemas.microsoft.com/office/drawing/2014/main" id="{29DECDCC-86A7-4DB8-9A1B-BB2AFEE25228}"/>
              </a:ext>
            </a:extLst>
          </p:cNvPr>
          <p:cNvSpPr>
            <a:spLocks xmlns:a="http://schemas.openxmlformats.org/drawingml/2006/main" noGrp="1"/>
          </p:cNvSpPr>
          <p:nvPr/>
        </p:nvSpPr>
        <p:spPr>
          <a:xfrm xmlns:a="http://schemas.openxmlformats.org/drawingml/2006/main">
            <a:off x="8324850" y="3143250"/>
            <a:ext cx="2762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i="0">
                <a:solidFill>
                  <a:srgbClr val="F5F2ED"/>
                </a:solidFill>
                <a:latin typeface="Nimbus Sans"/>
                <a:ea typeface="Nimbus Sans"/>
                <a:cs typeface="Nimbus Sans"/>
              </a:defRPr>
            </a:pPr>
            <a:r>
              <a:rPr sz="1500" b="0" i="0">
                <a:solidFill>
                  <a:srgbClr val="F5F2ED"/>
                </a:solidFill>
                <a:latin typeface="Nimbus Sans"/>
                <a:ea typeface="Nimbus Sans"/>
                <a:cs typeface="Nimbus Sans"/>
              </a:rPr>
              <a:t>At the BlindMatch gala, every identity collides. Public fallout forces both couples to decide whether trust can survive the truth.</a:t>
            </a:r>
          </a:p>
        </p:txBody>
      </p:sp>
      <p:sp>
        <p:nvSpPr>
          <p:cNvPr id="19" name="">
            <a:extLst xmlns:a="http://schemas.openxmlformats.org/drawingml/2006/main">
              <a:ext uri="{FF2B5EF4-FFF2-40B4-BE49-F238E27FC236}">
                <a16:creationId xmlns:a16="http://schemas.microsoft.com/office/drawing/2014/main" id="{15F932BA-89FE-4808-8425-2B0F21AF72D0}"/>
              </a:ext>
            </a:extLst>
          </p:cNvPr>
          <p:cNvSpPr>
            <a:spLocks xmlns:a="http://schemas.openxmlformats.org/drawingml/2006/main" noGrp="1"/>
          </p:cNvSpPr>
          <p:nvPr/>
        </p:nvSpPr>
        <p:spPr>
          <a:xfrm xmlns:a="http://schemas.openxmlformats.org/drawingml/2006/main">
            <a:off x="571500" y="648652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NCCA ENTERTAINMENT</a:t>
            </a:r>
          </a:p>
        </p:txBody>
      </p:sp>
      <p:sp>
        <p:nvSpPr>
          <p:cNvPr id="20" name="">
            <a:extLst xmlns:a="http://schemas.openxmlformats.org/drawingml/2006/main">
              <a:ext uri="{FF2B5EF4-FFF2-40B4-BE49-F238E27FC236}">
                <a16:creationId xmlns:a16="http://schemas.microsoft.com/office/drawing/2014/main" id="{F446EE2A-AC31-4329-B295-0FD62E03B988}"/>
              </a:ext>
            </a:extLst>
          </p:cNvPr>
          <p:cNvSpPr>
            <a:spLocks xmlns:a="http://schemas.openxmlformats.org/drawingml/2006/main" noGrp="1"/>
          </p:cNvSpPr>
          <p:nvPr/>
        </p:nvSpPr>
        <p:spPr>
          <a:xfrm xmlns:a="http://schemas.openxmlformats.org/drawingml/2006/main">
            <a:off x="1123950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08</a:t>
            </a:r>
          </a:p>
        </p:txBody>
      </p:sp>
    </p:spTree>
    <p:extLst>
      <p:ext uri="{BB962C8B-B14F-4D97-AF65-F5344CB8AC3E}">
        <p14:creationId xmlns:p14="http://schemas.microsoft.com/office/powerpoint/2010/main" val="57868276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93f8d77ef1a417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064836D-E4EF-4EA0-8943-1E2734E274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01C">
              <a:alpha val="83137"/>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A49D4BC-52D4-4324-BE1F-EF983FD3B161}"/>
              </a:ext>
            </a:extLst>
          </p:cNvPr>
          <p:cNvSpPr>
            <a:spLocks xmlns:a="http://schemas.openxmlformats.org/drawingml/2006/main" noGrp="1"/>
          </p:cNvSpPr>
          <p:nvPr/>
        </p:nvSpPr>
        <p:spPr>
          <a:xfrm xmlns:a="http://schemas.openxmlformats.org/drawingml/2006/main">
            <a:off x="590550" y="466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FFFDF9"/>
                </a:solidFill>
                <a:latin typeface="Nimbus Sans"/>
                <a:ea typeface="Nimbus Sans"/>
                <a:cs typeface="Nimbus Sans"/>
              </a:defRPr>
            </a:pPr>
            <a:r>
              <a:rPr sz="2250" b="1" i="0">
                <a:solidFill>
                  <a:srgbClr val="FFFDF9"/>
                </a:solidFill>
                <a:latin typeface="Nimbus Sans"/>
                <a:ea typeface="Nimbus Sans"/>
                <a:cs typeface="Nimbus Sans"/>
              </a:rPr>
              <a:t>VISUAL LANGUAGE</a:t>
            </a:r>
          </a:p>
        </p:txBody>
      </p:sp>
      <p:sp>
        <p:nvSpPr>
          <p:cNvPr id="4" name="">
            <a:extLst xmlns:a="http://schemas.openxmlformats.org/drawingml/2006/main">
              <a:ext uri="{FF2B5EF4-FFF2-40B4-BE49-F238E27FC236}">
                <a16:creationId xmlns:a16="http://schemas.microsoft.com/office/drawing/2014/main" id="{9A086C5E-C996-4A15-BC5B-4DBF6A12DCF0}"/>
              </a:ext>
            </a:extLst>
          </p:cNvPr>
          <p:cNvSpPr>
            <a:spLocks xmlns:a="http://schemas.openxmlformats.org/drawingml/2006/main" noGrp="1"/>
          </p:cNvSpPr>
          <p:nvPr/>
        </p:nvSpPr>
        <p:spPr>
          <a:xfrm xmlns:a="http://schemas.openxmlformats.org/drawingml/2006/main">
            <a:off x="590550" y="1000125"/>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1">
                <a:solidFill>
                  <a:srgbClr val="E9DCC7"/>
                </a:solidFill>
                <a:latin typeface="Nimbus Roman"/>
                <a:ea typeface="Nimbus Roman"/>
                <a:cs typeface="Nimbus Roman"/>
              </a:defRPr>
            </a:pPr>
            <a:r>
              <a:rPr sz="1650" b="0" i="1">
                <a:solidFill>
                  <a:srgbClr val="E9DCC7"/>
                </a:solidFill>
                <a:latin typeface="Nimbus Roman"/>
                <a:ea typeface="Nimbus Roman"/>
                <a:cs typeface="Nimbus Roman"/>
              </a:rPr>
              <a:t>Atlanta after dark, where romance feels polished and every reflection suggests a second self.</a:t>
            </a:r>
          </a:p>
        </p:txBody>
      </p:sp>
      <p:sp>
        <p:nvSpPr>
          <p:cNvPr id="5" name="">
            <a:extLst xmlns:a="http://schemas.openxmlformats.org/drawingml/2006/main">
              <a:ext uri="{FF2B5EF4-FFF2-40B4-BE49-F238E27FC236}">
                <a16:creationId xmlns:a16="http://schemas.microsoft.com/office/drawing/2014/main" id="{A9B7B8C8-9D9C-43DF-A1C3-6D6FA3911AD8}"/>
              </a:ext>
            </a:extLst>
          </p:cNvPr>
          <p:cNvSpPr>
            <a:spLocks xmlns:a="http://schemas.openxmlformats.org/drawingml/2006/main" noGrp="1"/>
          </p:cNvSpPr>
          <p:nvPr/>
        </p:nvSpPr>
        <p:spPr>
          <a:xfrm xmlns:a="http://schemas.openxmlformats.org/drawingml/2006/main">
            <a:off x="590550" y="2266950"/>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DF9"/>
                </a:solidFill>
                <a:latin typeface="Nimbus Sans"/>
                <a:ea typeface="Nimbus Sans"/>
                <a:cs typeface="Nimbus Sans"/>
              </a:defRPr>
            </a:pPr>
            <a:r>
              <a:rPr sz="1350" b="1" i="0">
                <a:solidFill>
                  <a:srgbClr val="FFFDF9"/>
                </a:solidFill>
                <a:latin typeface="Nimbus Sans"/>
                <a:ea typeface="Nimbus Sans"/>
                <a:cs typeface="Nimbus Sans"/>
              </a:rPr>
              <a:t>BLUE-HOUR ATLANTA</a:t>
            </a:r>
          </a:p>
        </p:txBody>
      </p:sp>
      <p:sp>
        <p:nvSpPr>
          <p:cNvPr id="6" name="">
            <a:extLst xmlns:a="http://schemas.openxmlformats.org/drawingml/2006/main">
              <a:ext uri="{FF2B5EF4-FFF2-40B4-BE49-F238E27FC236}">
                <a16:creationId xmlns:a16="http://schemas.microsoft.com/office/drawing/2014/main" id="{9E2601FD-38C6-4DF3-BFFE-B3EE9BB0E032}"/>
              </a:ext>
            </a:extLst>
          </p:cNvPr>
          <p:cNvSpPr>
            <a:spLocks xmlns:a="http://schemas.openxmlformats.org/drawingml/2006/main" noGrp="1"/>
          </p:cNvSpPr>
          <p:nvPr/>
        </p:nvSpPr>
        <p:spPr>
          <a:xfrm xmlns:a="http://schemas.openxmlformats.org/drawingml/2006/main">
            <a:off x="590550" y="2743200"/>
            <a:ext cx="2571750" cy="0"/>
          </a:xfrm>
          <a:prstGeom xmlns:a="http://schemas.openxmlformats.org/drawingml/2006/main" prst="line">
            <a:avLst/>
          </a:prstGeom>
          <a:noFill xmlns:a="http://schemas.openxmlformats.org/drawingml/2006/main"/>
          <a:ln xmlns:a="http://schemas.openxmlformats.org/drawingml/2006/main" w="28575">
            <a:solidFill>
              <a:srgbClr val="D9A95B"/>
            </a:solidFill>
            <a:prstDash val="solid"/>
          </a:ln>
        </p:spPr>
      </p:sp>
      <p:sp>
        <p:nvSpPr>
          <p:cNvPr id="7" name="">
            <a:extLst xmlns:a="http://schemas.openxmlformats.org/drawingml/2006/main">
              <a:ext uri="{FF2B5EF4-FFF2-40B4-BE49-F238E27FC236}">
                <a16:creationId xmlns:a16="http://schemas.microsoft.com/office/drawing/2014/main" id="{673ED625-589E-4C52-BDBB-387C0C6945E3}"/>
              </a:ext>
            </a:extLst>
          </p:cNvPr>
          <p:cNvSpPr>
            <a:spLocks xmlns:a="http://schemas.openxmlformats.org/drawingml/2006/main" noGrp="1"/>
          </p:cNvSpPr>
          <p:nvPr/>
        </p:nvSpPr>
        <p:spPr>
          <a:xfrm xmlns:a="http://schemas.openxmlformats.org/drawingml/2006/main">
            <a:off x="4305300" y="2266950"/>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DF9"/>
                </a:solidFill>
                <a:latin typeface="Nimbus Sans"/>
                <a:ea typeface="Nimbus Sans"/>
                <a:cs typeface="Nimbus Sans"/>
              </a:defRPr>
            </a:pPr>
            <a:r>
              <a:rPr sz="1350" b="1" i="0">
                <a:solidFill>
                  <a:srgbClr val="FFFDF9"/>
                </a:solidFill>
                <a:latin typeface="Nimbus Sans"/>
                <a:ea typeface="Nimbus Sans"/>
                <a:cs typeface="Nimbus Sans"/>
              </a:rPr>
              <a:t>SPEAKEASY AMBER</a:t>
            </a:r>
          </a:p>
        </p:txBody>
      </p:sp>
      <p:sp>
        <p:nvSpPr>
          <p:cNvPr id="8" name="">
            <a:extLst xmlns:a="http://schemas.openxmlformats.org/drawingml/2006/main">
              <a:ext uri="{FF2B5EF4-FFF2-40B4-BE49-F238E27FC236}">
                <a16:creationId xmlns:a16="http://schemas.microsoft.com/office/drawing/2014/main" id="{EC25F3AA-4F70-4E2C-9073-D0E29DE2A954}"/>
              </a:ext>
            </a:extLst>
          </p:cNvPr>
          <p:cNvSpPr>
            <a:spLocks xmlns:a="http://schemas.openxmlformats.org/drawingml/2006/main" noGrp="1"/>
          </p:cNvSpPr>
          <p:nvPr/>
        </p:nvSpPr>
        <p:spPr>
          <a:xfrm xmlns:a="http://schemas.openxmlformats.org/drawingml/2006/main">
            <a:off x="4305300" y="2743200"/>
            <a:ext cx="2571750" cy="0"/>
          </a:xfrm>
          <a:prstGeom xmlns:a="http://schemas.openxmlformats.org/drawingml/2006/main" prst="line">
            <a:avLst/>
          </a:prstGeom>
          <a:noFill xmlns:a="http://schemas.openxmlformats.org/drawingml/2006/main"/>
          <a:ln xmlns:a="http://schemas.openxmlformats.org/drawingml/2006/main" w="28575">
            <a:solidFill>
              <a:srgbClr val="C96555"/>
            </a:solidFill>
            <a:prstDash val="solid"/>
          </a:ln>
        </p:spPr>
      </p:sp>
      <p:sp>
        <p:nvSpPr>
          <p:cNvPr id="9" name="">
            <a:extLst xmlns:a="http://schemas.openxmlformats.org/drawingml/2006/main">
              <a:ext uri="{FF2B5EF4-FFF2-40B4-BE49-F238E27FC236}">
                <a16:creationId xmlns:a16="http://schemas.microsoft.com/office/drawing/2014/main" id="{FFCA78BA-5244-4340-88A6-E9F76C3B7252}"/>
              </a:ext>
            </a:extLst>
          </p:cNvPr>
          <p:cNvSpPr>
            <a:spLocks xmlns:a="http://schemas.openxmlformats.org/drawingml/2006/main" noGrp="1"/>
          </p:cNvSpPr>
          <p:nvPr/>
        </p:nvSpPr>
        <p:spPr>
          <a:xfrm xmlns:a="http://schemas.openxmlformats.org/drawingml/2006/main">
            <a:off x="8020050" y="2266950"/>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DF9"/>
                </a:solidFill>
                <a:latin typeface="Nimbus Sans"/>
                <a:ea typeface="Nimbus Sans"/>
                <a:cs typeface="Nimbus Sans"/>
              </a:defRPr>
            </a:pPr>
            <a:r>
              <a:rPr sz="1350" b="1" i="0">
                <a:solidFill>
                  <a:srgbClr val="FFFDF9"/>
                </a:solidFill>
                <a:latin typeface="Nimbus Sans"/>
                <a:ea typeface="Nimbus Sans"/>
                <a:cs typeface="Nimbus Sans"/>
              </a:rPr>
              <a:t>GLASS REFLECTIONS</a:t>
            </a:r>
          </a:p>
        </p:txBody>
      </p:sp>
      <p:sp>
        <p:nvSpPr>
          <p:cNvPr id="10" name="">
            <a:extLst xmlns:a="http://schemas.openxmlformats.org/drawingml/2006/main">
              <a:ext uri="{FF2B5EF4-FFF2-40B4-BE49-F238E27FC236}">
                <a16:creationId xmlns:a16="http://schemas.microsoft.com/office/drawing/2014/main" id="{C54AD480-8D63-4879-BA9E-955182ED6720}"/>
              </a:ext>
            </a:extLst>
          </p:cNvPr>
          <p:cNvSpPr>
            <a:spLocks xmlns:a="http://schemas.openxmlformats.org/drawingml/2006/main" noGrp="1"/>
          </p:cNvSpPr>
          <p:nvPr/>
        </p:nvSpPr>
        <p:spPr>
          <a:xfrm xmlns:a="http://schemas.openxmlformats.org/drawingml/2006/main">
            <a:off x="8020050" y="2743200"/>
            <a:ext cx="2571750" cy="0"/>
          </a:xfrm>
          <a:prstGeom xmlns:a="http://schemas.openxmlformats.org/drawingml/2006/main" prst="line">
            <a:avLst/>
          </a:prstGeom>
          <a:noFill xmlns:a="http://schemas.openxmlformats.org/drawingml/2006/main"/>
          <a:ln xmlns:a="http://schemas.openxmlformats.org/drawingml/2006/main" w="28575">
            <a:solidFill>
              <a:srgbClr val="D9A95B"/>
            </a:solidFill>
            <a:prstDash val="solid"/>
          </a:ln>
        </p:spPr>
      </p:sp>
      <p:sp>
        <p:nvSpPr>
          <p:cNvPr id="11" name="">
            <a:extLst xmlns:a="http://schemas.openxmlformats.org/drawingml/2006/main">
              <a:ext uri="{FF2B5EF4-FFF2-40B4-BE49-F238E27FC236}">
                <a16:creationId xmlns:a16="http://schemas.microsoft.com/office/drawing/2014/main" id="{AE860CEE-9D51-4D6E-84EA-FC45251C945D}"/>
              </a:ext>
            </a:extLst>
          </p:cNvPr>
          <p:cNvSpPr>
            <a:spLocks xmlns:a="http://schemas.openxmlformats.org/drawingml/2006/main" noGrp="1"/>
          </p:cNvSpPr>
          <p:nvPr/>
        </p:nvSpPr>
        <p:spPr>
          <a:xfrm xmlns:a="http://schemas.openxmlformats.org/drawingml/2006/main">
            <a:off x="590550" y="3295650"/>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DF9"/>
                </a:solidFill>
                <a:latin typeface="Nimbus Sans"/>
                <a:ea typeface="Nimbus Sans"/>
                <a:cs typeface="Nimbus Sans"/>
              </a:defRPr>
            </a:pPr>
            <a:r>
              <a:rPr sz="1350" b="1" i="0">
                <a:solidFill>
                  <a:srgbClr val="FFFDF9"/>
                </a:solidFill>
                <a:latin typeface="Nimbus Sans"/>
                <a:ea typeface="Nimbus Sans"/>
                <a:cs typeface="Nimbus Sans"/>
              </a:rPr>
              <a:t>APP WAVEFORMS</a:t>
            </a:r>
          </a:p>
        </p:txBody>
      </p:sp>
      <p:sp>
        <p:nvSpPr>
          <p:cNvPr id="12" name="">
            <a:extLst xmlns:a="http://schemas.openxmlformats.org/drawingml/2006/main">
              <a:ext uri="{FF2B5EF4-FFF2-40B4-BE49-F238E27FC236}">
                <a16:creationId xmlns:a16="http://schemas.microsoft.com/office/drawing/2014/main" id="{15D2F9E3-C951-4BD8-81F8-C8449739021E}"/>
              </a:ext>
            </a:extLst>
          </p:cNvPr>
          <p:cNvSpPr>
            <a:spLocks xmlns:a="http://schemas.openxmlformats.org/drawingml/2006/main" noGrp="1"/>
          </p:cNvSpPr>
          <p:nvPr/>
        </p:nvSpPr>
        <p:spPr>
          <a:xfrm xmlns:a="http://schemas.openxmlformats.org/drawingml/2006/main">
            <a:off x="590550" y="3771900"/>
            <a:ext cx="2571750" cy="0"/>
          </a:xfrm>
          <a:prstGeom xmlns:a="http://schemas.openxmlformats.org/drawingml/2006/main" prst="line">
            <a:avLst/>
          </a:prstGeom>
          <a:noFill xmlns:a="http://schemas.openxmlformats.org/drawingml/2006/main"/>
          <a:ln xmlns:a="http://schemas.openxmlformats.org/drawingml/2006/main" w="28575">
            <a:solidFill>
              <a:srgbClr val="C96555"/>
            </a:solidFill>
            <a:prstDash val="solid"/>
          </a:ln>
        </p:spPr>
      </p:sp>
      <p:sp>
        <p:nvSpPr>
          <p:cNvPr id="13" name="">
            <a:extLst xmlns:a="http://schemas.openxmlformats.org/drawingml/2006/main">
              <a:ext uri="{FF2B5EF4-FFF2-40B4-BE49-F238E27FC236}">
                <a16:creationId xmlns:a16="http://schemas.microsoft.com/office/drawing/2014/main" id="{C4A3F21D-2A4B-4306-A45C-AD48E1DAC971}"/>
              </a:ext>
            </a:extLst>
          </p:cNvPr>
          <p:cNvSpPr>
            <a:spLocks xmlns:a="http://schemas.openxmlformats.org/drawingml/2006/main" noGrp="1"/>
          </p:cNvSpPr>
          <p:nvPr/>
        </p:nvSpPr>
        <p:spPr>
          <a:xfrm xmlns:a="http://schemas.openxmlformats.org/drawingml/2006/main">
            <a:off x="4305300" y="3295650"/>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DF9"/>
                </a:solidFill>
                <a:latin typeface="Nimbus Sans"/>
                <a:ea typeface="Nimbus Sans"/>
                <a:cs typeface="Nimbus Sans"/>
              </a:defRPr>
            </a:pPr>
            <a:r>
              <a:rPr sz="1350" b="1" i="0">
                <a:solidFill>
                  <a:srgbClr val="FFFDF9"/>
                </a:solidFill>
                <a:latin typeface="Nimbus Sans"/>
                <a:ea typeface="Nimbus Sans"/>
                <a:cs typeface="Nimbus Sans"/>
              </a:rPr>
              <a:t>TAILORED ROMANCE</a:t>
            </a:r>
          </a:p>
        </p:txBody>
      </p:sp>
      <p:sp>
        <p:nvSpPr>
          <p:cNvPr id="14" name="">
            <a:extLst xmlns:a="http://schemas.openxmlformats.org/drawingml/2006/main">
              <a:ext uri="{FF2B5EF4-FFF2-40B4-BE49-F238E27FC236}">
                <a16:creationId xmlns:a16="http://schemas.microsoft.com/office/drawing/2014/main" id="{046955E3-3EAE-42D2-9050-B562FBFB8A3D}"/>
              </a:ext>
            </a:extLst>
          </p:cNvPr>
          <p:cNvSpPr>
            <a:spLocks xmlns:a="http://schemas.openxmlformats.org/drawingml/2006/main" noGrp="1"/>
          </p:cNvSpPr>
          <p:nvPr/>
        </p:nvSpPr>
        <p:spPr>
          <a:xfrm xmlns:a="http://schemas.openxmlformats.org/drawingml/2006/main">
            <a:off x="4305300" y="3771900"/>
            <a:ext cx="2571750" cy="0"/>
          </a:xfrm>
          <a:prstGeom xmlns:a="http://schemas.openxmlformats.org/drawingml/2006/main" prst="line">
            <a:avLst/>
          </a:prstGeom>
          <a:noFill xmlns:a="http://schemas.openxmlformats.org/drawingml/2006/main"/>
          <a:ln xmlns:a="http://schemas.openxmlformats.org/drawingml/2006/main" w="28575">
            <a:solidFill>
              <a:srgbClr val="D9A95B"/>
            </a:solidFill>
            <a:prstDash val="solid"/>
          </a:ln>
        </p:spPr>
      </p:sp>
      <p:sp>
        <p:nvSpPr>
          <p:cNvPr id="15" name="">
            <a:extLst xmlns:a="http://schemas.openxmlformats.org/drawingml/2006/main">
              <a:ext uri="{FF2B5EF4-FFF2-40B4-BE49-F238E27FC236}">
                <a16:creationId xmlns:a16="http://schemas.microsoft.com/office/drawing/2014/main" id="{52AE85AB-BDEB-413F-99C0-2428A316CA22}"/>
              </a:ext>
            </a:extLst>
          </p:cNvPr>
          <p:cNvSpPr>
            <a:spLocks xmlns:a="http://schemas.openxmlformats.org/drawingml/2006/main" noGrp="1"/>
          </p:cNvSpPr>
          <p:nvPr/>
        </p:nvSpPr>
        <p:spPr>
          <a:xfrm xmlns:a="http://schemas.openxmlformats.org/drawingml/2006/main">
            <a:off x="8020050" y="3295650"/>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FDF9"/>
                </a:solidFill>
                <a:latin typeface="Nimbus Sans"/>
                <a:ea typeface="Nimbus Sans"/>
                <a:cs typeface="Nimbus Sans"/>
              </a:defRPr>
            </a:pPr>
            <a:r>
              <a:rPr sz="1350" b="1" i="0">
                <a:solidFill>
                  <a:srgbClr val="FFFDF9"/>
                </a:solidFill>
                <a:latin typeface="Nimbus Sans"/>
                <a:ea typeface="Nimbus Sans"/>
                <a:cs typeface="Nimbus Sans"/>
              </a:rPr>
              <a:t>PUBLIC SPECTACLE</a:t>
            </a:r>
          </a:p>
        </p:txBody>
      </p:sp>
      <p:sp>
        <p:nvSpPr>
          <p:cNvPr id="16" name="">
            <a:extLst xmlns:a="http://schemas.openxmlformats.org/drawingml/2006/main">
              <a:ext uri="{FF2B5EF4-FFF2-40B4-BE49-F238E27FC236}">
                <a16:creationId xmlns:a16="http://schemas.microsoft.com/office/drawing/2014/main" id="{BACE088B-E128-41A6-A1FD-A583B5C1DA73}"/>
              </a:ext>
            </a:extLst>
          </p:cNvPr>
          <p:cNvSpPr>
            <a:spLocks xmlns:a="http://schemas.openxmlformats.org/drawingml/2006/main" noGrp="1"/>
          </p:cNvSpPr>
          <p:nvPr/>
        </p:nvSpPr>
        <p:spPr>
          <a:xfrm xmlns:a="http://schemas.openxmlformats.org/drawingml/2006/main">
            <a:off x="8020050" y="3771900"/>
            <a:ext cx="2571750" cy="0"/>
          </a:xfrm>
          <a:prstGeom xmlns:a="http://schemas.openxmlformats.org/drawingml/2006/main" prst="line">
            <a:avLst/>
          </a:prstGeom>
          <a:noFill xmlns:a="http://schemas.openxmlformats.org/drawingml/2006/main"/>
          <a:ln xmlns:a="http://schemas.openxmlformats.org/drawingml/2006/main" w="28575">
            <a:solidFill>
              <a:srgbClr val="C96555"/>
            </a:solidFill>
            <a:prstDash val="solid"/>
          </a:ln>
        </p:spPr>
      </p:sp>
      <p:sp>
        <p:nvSpPr>
          <p:cNvPr id="17" name="">
            <a:extLst xmlns:a="http://schemas.openxmlformats.org/drawingml/2006/main">
              <a:ext uri="{FF2B5EF4-FFF2-40B4-BE49-F238E27FC236}">
                <a16:creationId xmlns:a16="http://schemas.microsoft.com/office/drawing/2014/main" id="{DCB3365C-BD9C-42E6-941F-A07D66860B05}"/>
              </a:ext>
            </a:extLst>
          </p:cNvPr>
          <p:cNvSpPr>
            <a:spLocks xmlns:a="http://schemas.openxmlformats.org/drawingml/2006/main" noGrp="1"/>
          </p:cNvSpPr>
          <p:nvPr/>
        </p:nvSpPr>
        <p:spPr>
          <a:xfrm xmlns:a="http://schemas.openxmlformats.org/drawingml/2006/main">
            <a:off x="590550" y="5010150"/>
            <a:ext cx="514350" cy="514350"/>
          </a:xfrm>
          <a:prstGeom xmlns:a="http://schemas.openxmlformats.org/drawingml/2006/main" prst="roundRect">
            <a:avLst>
              <a:gd name="adj" fmla="val 50000"/>
            </a:avLst>
          </a:prstGeom>
          <a:solidFill xmlns:a="http://schemas.openxmlformats.org/drawingml/2006/main">
            <a:srgbClr val="0B132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369C651-1A1E-4425-8774-61AE51D9A8E1}"/>
              </a:ext>
            </a:extLst>
          </p:cNvPr>
          <p:cNvSpPr>
            <a:spLocks xmlns:a="http://schemas.openxmlformats.org/drawingml/2006/main" noGrp="1"/>
          </p:cNvSpPr>
          <p:nvPr/>
        </p:nvSpPr>
        <p:spPr>
          <a:xfrm xmlns:a="http://schemas.openxmlformats.org/drawingml/2006/main">
            <a:off x="1276350" y="5010150"/>
            <a:ext cx="514350" cy="514350"/>
          </a:xfrm>
          <a:prstGeom xmlns:a="http://schemas.openxmlformats.org/drawingml/2006/main" prst="roundRect">
            <a:avLst>
              <a:gd name="adj" fmla="val 50000"/>
            </a:avLst>
          </a:prstGeom>
          <a:solidFill xmlns:a="http://schemas.openxmlformats.org/drawingml/2006/main">
            <a:srgbClr val="35566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0D8E286-AC17-4517-AA8C-DD5FA6FC5C3F}"/>
              </a:ext>
            </a:extLst>
          </p:cNvPr>
          <p:cNvSpPr>
            <a:spLocks xmlns:a="http://schemas.openxmlformats.org/drawingml/2006/main" noGrp="1"/>
          </p:cNvSpPr>
          <p:nvPr/>
        </p:nvSpPr>
        <p:spPr>
          <a:xfrm xmlns:a="http://schemas.openxmlformats.org/drawingml/2006/main">
            <a:off x="1962150" y="5010150"/>
            <a:ext cx="514350" cy="514350"/>
          </a:xfrm>
          <a:prstGeom xmlns:a="http://schemas.openxmlformats.org/drawingml/2006/main" prst="roundRect">
            <a:avLst>
              <a:gd name="adj" fmla="val 50000"/>
            </a:avLst>
          </a:prstGeom>
          <a:solidFill xmlns:a="http://schemas.openxmlformats.org/drawingml/2006/main">
            <a:srgbClr val="D9A95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D67439C-6867-4D05-B255-A1D6883E05B1}"/>
              </a:ext>
            </a:extLst>
          </p:cNvPr>
          <p:cNvSpPr>
            <a:spLocks xmlns:a="http://schemas.openxmlformats.org/drawingml/2006/main" noGrp="1"/>
          </p:cNvSpPr>
          <p:nvPr/>
        </p:nvSpPr>
        <p:spPr>
          <a:xfrm xmlns:a="http://schemas.openxmlformats.org/drawingml/2006/main">
            <a:off x="2647950" y="5010150"/>
            <a:ext cx="514350" cy="514350"/>
          </a:xfrm>
          <a:prstGeom xmlns:a="http://schemas.openxmlformats.org/drawingml/2006/main" prst="roundRect">
            <a:avLst>
              <a:gd name="adj" fmla="val 50000"/>
            </a:avLst>
          </a:prstGeom>
          <a:solidFill xmlns:a="http://schemas.openxmlformats.org/drawingml/2006/main">
            <a:srgbClr val="C9655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3B5698A-772D-41C4-8FE8-F86C29F138F8}"/>
              </a:ext>
            </a:extLst>
          </p:cNvPr>
          <p:cNvSpPr>
            <a:spLocks xmlns:a="http://schemas.openxmlformats.org/drawingml/2006/main" noGrp="1"/>
          </p:cNvSpPr>
          <p:nvPr/>
        </p:nvSpPr>
        <p:spPr>
          <a:xfrm xmlns:a="http://schemas.openxmlformats.org/drawingml/2006/main">
            <a:off x="3333750" y="5010150"/>
            <a:ext cx="514350" cy="514350"/>
          </a:xfrm>
          <a:prstGeom xmlns:a="http://schemas.openxmlformats.org/drawingml/2006/main" prst="roundRect">
            <a:avLst>
              <a:gd name="adj" fmla="val 50000"/>
            </a:avLst>
          </a:prstGeom>
          <a:solidFill xmlns:a="http://schemas.openxmlformats.org/drawingml/2006/main">
            <a:srgbClr val="F4EBDD"/>
          </a:solidFill>
          <a:ln xmlns:a="http://schemas.openxmlformats.org/drawingml/2006/main" w="9525">
            <a:solidFill>
              <a:srgbClr val="D1C6B7"/>
            </a:solidFill>
            <a:prstDash val="solid"/>
          </a:ln>
        </p:spPr>
      </p:sp>
      <p:sp>
        <p:nvSpPr>
          <p:cNvPr id="22" name="">
            <a:extLst xmlns:a="http://schemas.openxmlformats.org/drawingml/2006/main">
              <a:ext uri="{FF2B5EF4-FFF2-40B4-BE49-F238E27FC236}">
                <a16:creationId xmlns:a16="http://schemas.microsoft.com/office/drawing/2014/main" id="{BABAC982-C1BA-4DAE-BF60-1783D2F5C4E3}"/>
              </a:ext>
            </a:extLst>
          </p:cNvPr>
          <p:cNvSpPr>
            <a:spLocks xmlns:a="http://schemas.openxmlformats.org/drawingml/2006/main" noGrp="1"/>
          </p:cNvSpPr>
          <p:nvPr/>
        </p:nvSpPr>
        <p:spPr>
          <a:xfrm xmlns:a="http://schemas.openxmlformats.org/drawingml/2006/main">
            <a:off x="4305300" y="5124450"/>
            <a:ext cx="657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D8DDE4"/>
                </a:solidFill>
                <a:latin typeface="Nimbus Sans"/>
                <a:ea typeface="Nimbus Sans"/>
                <a:cs typeface="Nimbus Sans"/>
              </a:defRPr>
            </a:pPr>
            <a:r>
              <a:rPr sz="1275" b="0" i="0">
                <a:solidFill>
                  <a:srgbClr val="D8DDE4"/>
                </a:solidFill>
                <a:latin typeface="Nimbus Sans"/>
                <a:ea typeface="Nimbus Sans"/>
                <a:cs typeface="Nimbus Sans"/>
              </a:rPr>
              <a:t>Texture: paper grain, brushed brass, velvet shadow, rain on glass</a:t>
            </a:r>
          </a:p>
        </p:txBody>
      </p:sp>
      <p:sp>
        <p:nvSpPr>
          <p:cNvPr id="23" name="">
            <a:extLst xmlns:a="http://schemas.openxmlformats.org/drawingml/2006/main">
              <a:ext uri="{FF2B5EF4-FFF2-40B4-BE49-F238E27FC236}">
                <a16:creationId xmlns:a16="http://schemas.microsoft.com/office/drawing/2014/main" id="{328B693C-8D26-4852-8BC6-9B015A5B5DA0}"/>
              </a:ext>
            </a:extLst>
          </p:cNvPr>
          <p:cNvSpPr>
            <a:spLocks xmlns:a="http://schemas.openxmlformats.org/drawingml/2006/main" noGrp="1"/>
          </p:cNvSpPr>
          <p:nvPr/>
        </p:nvSpPr>
        <p:spPr>
          <a:xfrm xmlns:a="http://schemas.openxmlformats.org/drawingml/2006/main">
            <a:off x="571500" y="648652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NCCA ENTERTAINMENT</a:t>
            </a:r>
          </a:p>
        </p:txBody>
      </p:sp>
      <p:sp>
        <p:nvSpPr>
          <p:cNvPr id="24" name="">
            <a:extLst xmlns:a="http://schemas.openxmlformats.org/drawingml/2006/main">
              <a:ext uri="{FF2B5EF4-FFF2-40B4-BE49-F238E27FC236}">
                <a16:creationId xmlns:a16="http://schemas.microsoft.com/office/drawing/2014/main" id="{548E72A2-B6CB-42F2-9803-0336EF036CD3}"/>
              </a:ext>
            </a:extLst>
          </p:cNvPr>
          <p:cNvSpPr>
            <a:spLocks xmlns:a="http://schemas.openxmlformats.org/drawingml/2006/main" noGrp="1"/>
          </p:cNvSpPr>
          <p:nvPr/>
        </p:nvSpPr>
        <p:spPr>
          <a:xfrm xmlns:a="http://schemas.openxmlformats.org/drawingml/2006/main">
            <a:off x="1123950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09</a:t>
            </a:r>
          </a:p>
        </p:txBody>
      </p:sp>
    </p:spTree>
    <p:extLst>
      <p:ext uri="{BB962C8B-B14F-4D97-AF65-F5344CB8AC3E}">
        <p14:creationId xmlns:p14="http://schemas.microsoft.com/office/powerpoint/2010/main" val="2140146477"/>
      </p:ext>
    </p:extLst>
  </p:cSld>
</p:sld>
</file>

<file path=ppt/slides/slide10.xml><?xml version="1.0" encoding="utf-8"?>
<p:sld xmlns:p="http://schemas.openxmlformats.org/presentationml/2006/main">
  <p:cSld>
    <p:bg>
      <p:bgPr>
        <a:solidFill xmlns:a="http://schemas.openxmlformats.org/drawingml/2006/main">
          <a:srgbClr val="FBF7F1"/>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6AF9853-01B4-4EC1-9148-4648F2152D50}"/>
              </a:ext>
            </a:extLst>
          </p:cNvPr>
          <p:cNvSpPr>
            <a:spLocks xmlns:a="http://schemas.openxmlformats.org/drawingml/2006/main" noGrp="1"/>
          </p:cNvSpPr>
          <p:nvPr/>
        </p:nvSpPr>
        <p:spPr>
          <a:xfrm xmlns:a="http://schemas.openxmlformats.org/drawingml/2006/main">
            <a:off x="590550" y="4762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0B1324"/>
                </a:solidFill>
                <a:latin typeface="Nimbus Sans"/>
                <a:ea typeface="Nimbus Sans"/>
                <a:cs typeface="Nimbus Sans"/>
              </a:defRPr>
            </a:pPr>
            <a:r>
              <a:rPr sz="2250" b="1" i="0">
                <a:solidFill>
                  <a:srgbClr val="0B1324"/>
                </a:solidFill>
                <a:latin typeface="Nimbus Sans"/>
                <a:ea typeface="Nimbus Sans"/>
                <a:cs typeface="Nimbus Sans"/>
              </a:rPr>
              <a:t>CASTING WISHLIST</a:t>
            </a:r>
          </a:p>
        </p:txBody>
      </p:sp>
      <p:sp>
        <p:nvSpPr>
          <p:cNvPr id="2" name="">
            <a:extLst xmlns:a="http://schemas.openxmlformats.org/drawingml/2006/main">
              <a:ext uri="{FF2B5EF4-FFF2-40B4-BE49-F238E27FC236}">
                <a16:creationId xmlns:a16="http://schemas.microsoft.com/office/drawing/2014/main" id="{71D5E682-C401-4F67-896B-81836400D561}"/>
              </a:ext>
            </a:extLst>
          </p:cNvPr>
          <p:cNvSpPr>
            <a:spLocks xmlns:a="http://schemas.openxmlformats.org/drawingml/2006/main" noGrp="1"/>
          </p:cNvSpPr>
          <p:nvPr/>
        </p:nvSpPr>
        <p:spPr>
          <a:xfrm xmlns:a="http://schemas.openxmlformats.org/drawingml/2006/main">
            <a:off x="590550" y="96202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6D7680"/>
                </a:solidFill>
                <a:latin typeface="Nimbus Sans"/>
                <a:ea typeface="Nimbus Sans"/>
                <a:cs typeface="Nimbus Sans"/>
              </a:defRPr>
            </a:pPr>
            <a:r>
              <a:rPr sz="1200" b="0" i="0">
                <a:solidFill>
                  <a:srgbClr val="6D7680"/>
                </a:solidFill>
                <a:latin typeface="Nimbus Sans"/>
                <a:ea typeface="Nimbus Sans"/>
                <a:cs typeface="Nimbus Sans"/>
              </a:rPr>
              <a:t>Aspirational casting direction. No attachments implied.</a:t>
            </a:r>
          </a:p>
        </p:txBody>
      </p:sp>
      <p:sp>
        <p:nvSpPr>
          <p:cNvPr id="3" name="">
            <a:extLst xmlns:a="http://schemas.openxmlformats.org/drawingml/2006/main">
              <a:ext uri="{FF2B5EF4-FFF2-40B4-BE49-F238E27FC236}">
                <a16:creationId xmlns:a16="http://schemas.microsoft.com/office/drawing/2014/main" id="{034B1E69-F63F-45C5-90A9-389BBE77A51A}"/>
              </a:ext>
            </a:extLst>
          </p:cNvPr>
          <p:cNvSpPr>
            <a:spLocks xmlns:a="http://schemas.openxmlformats.org/drawingml/2006/main" noGrp="1"/>
          </p:cNvSpPr>
          <p:nvPr/>
        </p:nvSpPr>
        <p:spPr>
          <a:xfrm xmlns:a="http://schemas.openxmlformats.org/drawingml/2006/main">
            <a:off x="590550" y="1762125"/>
            <a:ext cx="1905000" cy="3638550"/>
          </a:xfrm>
          <a:prstGeom xmlns:a="http://schemas.openxmlformats.org/drawingml/2006/main" prst="roundRect">
            <a:avLst>
              <a:gd name="adj" fmla="val 9000"/>
            </a:avLst>
          </a:prstGeom>
          <a:solidFill xmlns:a="http://schemas.openxmlformats.org/drawingml/2006/main">
            <a:srgbClr val="C965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71A6888-F7B8-4AC3-AED2-2ADD56CC0A48}"/>
              </a:ext>
            </a:extLst>
          </p:cNvPr>
          <p:cNvSpPr>
            <a:spLocks xmlns:a="http://schemas.openxmlformats.org/drawingml/2006/main" noGrp="1"/>
          </p:cNvSpPr>
          <p:nvPr/>
        </p:nvSpPr>
        <p:spPr>
          <a:xfrm xmlns:a="http://schemas.openxmlformats.org/drawingml/2006/main">
            <a:off x="781050" y="2019300"/>
            <a:ext cx="1524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5250" b="1" i="0">
                <a:solidFill>
                  <a:srgbClr val="FFFFFF">
                    <a:alpha val="21176"/>
                  </a:srgbClr>
                </a:solidFill>
                <a:latin typeface="Nimbus Roman"/>
                <a:ea typeface="Nimbus Roman"/>
                <a:cs typeface="Nimbus Roman"/>
              </a:defRPr>
            </a:pPr>
            <a:r>
              <a:rPr sz="5250" b="1" i="0">
                <a:solidFill>
                  <a:srgbClr val="FFFFFF">
                    <a:alpha val="21176"/>
                  </a:srgbClr>
                </a:solidFill>
                <a:latin typeface="Nimbus Roman"/>
                <a:ea typeface="Nimbus Roman"/>
                <a:cs typeface="Nimbus Roman"/>
              </a:rPr>
              <a:t>RD</a:t>
            </a:r>
          </a:p>
        </p:txBody>
      </p:sp>
      <p:sp>
        <p:nvSpPr>
          <p:cNvPr id="5" name="">
            <a:extLst xmlns:a="http://schemas.openxmlformats.org/drawingml/2006/main">
              <a:ext uri="{FF2B5EF4-FFF2-40B4-BE49-F238E27FC236}">
                <a16:creationId xmlns:a16="http://schemas.microsoft.com/office/drawing/2014/main" id="{543B9FB1-955E-47A5-90AA-A2453AD146BB}"/>
              </a:ext>
            </a:extLst>
          </p:cNvPr>
          <p:cNvSpPr>
            <a:spLocks xmlns:a="http://schemas.openxmlformats.org/drawingml/2006/main" noGrp="1"/>
          </p:cNvSpPr>
          <p:nvPr/>
        </p:nvSpPr>
        <p:spPr>
          <a:xfrm xmlns:a="http://schemas.openxmlformats.org/drawingml/2006/main">
            <a:off x="781050" y="3333750"/>
            <a:ext cx="1524000" cy="0"/>
          </a:xfrm>
          <a:prstGeom xmlns:a="http://schemas.openxmlformats.org/drawingml/2006/main" prst="line">
            <a:avLst/>
          </a:prstGeom>
          <a:noFill xmlns:a="http://schemas.openxmlformats.org/drawingml/2006/main"/>
          <a:ln xmlns:a="http://schemas.openxmlformats.org/drawingml/2006/main" w="19050">
            <a:solidFill>
              <a:srgbClr val="FFFFFF">
                <a:alpha val="40784"/>
              </a:srgbClr>
            </a:solidFill>
            <a:prstDash val="solid"/>
          </a:ln>
        </p:spPr>
      </p:sp>
      <p:sp>
        <p:nvSpPr>
          <p:cNvPr id="6" name="">
            <a:extLst xmlns:a="http://schemas.openxmlformats.org/drawingml/2006/main">
              <a:ext uri="{FF2B5EF4-FFF2-40B4-BE49-F238E27FC236}">
                <a16:creationId xmlns:a16="http://schemas.microsoft.com/office/drawing/2014/main" id="{92626031-BB03-46B6-A967-F1232F9F06AF}"/>
              </a:ext>
            </a:extLst>
          </p:cNvPr>
          <p:cNvSpPr>
            <a:spLocks xmlns:a="http://schemas.openxmlformats.org/drawingml/2006/main" noGrp="1"/>
          </p:cNvSpPr>
          <p:nvPr/>
        </p:nvSpPr>
        <p:spPr>
          <a:xfrm xmlns:a="http://schemas.openxmlformats.org/drawingml/2006/main">
            <a:off x="781050" y="3638550"/>
            <a:ext cx="152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DF9"/>
                </a:solidFill>
                <a:latin typeface="Nimbus Sans"/>
                <a:ea typeface="Nimbus Sans"/>
                <a:cs typeface="Nimbus Sans"/>
              </a:defRPr>
            </a:pPr>
            <a:r>
              <a:rPr sz="1500" b="1" i="0">
                <a:solidFill>
                  <a:srgbClr val="FFFDF9"/>
                </a:solidFill>
                <a:latin typeface="Nimbus Sans"/>
                <a:ea typeface="Nimbus Sans"/>
                <a:cs typeface="Nimbus Sans"/>
              </a:rPr>
              <a:t>RYAN DESTINY</a:t>
            </a:r>
          </a:p>
        </p:txBody>
      </p:sp>
      <p:sp>
        <p:nvSpPr>
          <p:cNvPr id="7" name="">
            <a:extLst xmlns:a="http://schemas.openxmlformats.org/drawingml/2006/main">
              <a:ext uri="{FF2B5EF4-FFF2-40B4-BE49-F238E27FC236}">
                <a16:creationId xmlns:a16="http://schemas.microsoft.com/office/drawing/2014/main" id="{CB60F2C9-AA6B-466E-BD67-500A670909BB}"/>
              </a:ext>
            </a:extLst>
          </p:cNvPr>
          <p:cNvSpPr>
            <a:spLocks xmlns:a="http://schemas.openxmlformats.org/drawingml/2006/main" noGrp="1"/>
          </p:cNvSpPr>
          <p:nvPr/>
        </p:nvSpPr>
        <p:spPr>
          <a:xfrm xmlns:a="http://schemas.openxmlformats.org/drawingml/2006/main">
            <a:off x="781050" y="4476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F4D6A5"/>
                </a:solidFill>
                <a:latin typeface="Nimbus Sans"/>
                <a:ea typeface="Nimbus Sans"/>
                <a:cs typeface="Nimbus Sans"/>
              </a:defRPr>
            </a:pPr>
            <a:r>
              <a:rPr sz="975" b="1" i="0">
                <a:solidFill>
                  <a:srgbClr val="F4D6A5"/>
                </a:solidFill>
                <a:latin typeface="Nimbus Sans"/>
                <a:ea typeface="Nimbus Sans"/>
                <a:cs typeface="Nimbus Sans"/>
              </a:rPr>
              <a:t>CHLOE MARSH</a:t>
            </a:r>
          </a:p>
        </p:txBody>
      </p:sp>
      <p:sp>
        <p:nvSpPr>
          <p:cNvPr id="8" name="">
            <a:extLst xmlns:a="http://schemas.openxmlformats.org/drawingml/2006/main">
              <a:ext uri="{FF2B5EF4-FFF2-40B4-BE49-F238E27FC236}">
                <a16:creationId xmlns:a16="http://schemas.microsoft.com/office/drawing/2014/main" id="{EC1C6049-BA10-4F56-9C18-D303DCDDA5B8}"/>
              </a:ext>
            </a:extLst>
          </p:cNvPr>
          <p:cNvSpPr>
            <a:spLocks xmlns:a="http://schemas.openxmlformats.org/drawingml/2006/main" noGrp="1"/>
          </p:cNvSpPr>
          <p:nvPr/>
        </p:nvSpPr>
        <p:spPr>
          <a:xfrm xmlns:a="http://schemas.openxmlformats.org/drawingml/2006/main">
            <a:off x="2838450" y="1762125"/>
            <a:ext cx="1905000" cy="3638550"/>
          </a:xfrm>
          <a:prstGeom xmlns:a="http://schemas.openxmlformats.org/drawingml/2006/main" prst="roundRect">
            <a:avLst>
              <a:gd name="adj" fmla="val 9000"/>
            </a:avLst>
          </a:prstGeom>
          <a:solidFill xmlns:a="http://schemas.openxmlformats.org/drawingml/2006/main">
            <a:srgbClr val="35566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6AD09C4-6ACC-462C-B1FC-2CD9AA019A86}"/>
              </a:ext>
            </a:extLst>
          </p:cNvPr>
          <p:cNvSpPr>
            <a:spLocks xmlns:a="http://schemas.openxmlformats.org/drawingml/2006/main" noGrp="1"/>
          </p:cNvSpPr>
          <p:nvPr/>
        </p:nvSpPr>
        <p:spPr>
          <a:xfrm xmlns:a="http://schemas.openxmlformats.org/drawingml/2006/main">
            <a:off x="3028950" y="2019300"/>
            <a:ext cx="1524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5250" b="1" i="0">
                <a:solidFill>
                  <a:srgbClr val="FFFFFF">
                    <a:alpha val="21176"/>
                  </a:srgbClr>
                </a:solidFill>
                <a:latin typeface="Nimbus Roman"/>
                <a:ea typeface="Nimbus Roman"/>
                <a:cs typeface="Nimbus Roman"/>
              </a:defRPr>
            </a:pPr>
            <a:r>
              <a:rPr sz="5250" b="1" i="0">
                <a:solidFill>
                  <a:srgbClr val="FFFFFF">
                    <a:alpha val="21176"/>
                  </a:srgbClr>
                </a:solidFill>
                <a:latin typeface="Nimbus Roman"/>
                <a:ea typeface="Nimbus Roman"/>
                <a:cs typeface="Nimbus Roman"/>
              </a:rPr>
              <a:t>LL</a:t>
            </a:r>
          </a:p>
        </p:txBody>
      </p:sp>
      <p:sp>
        <p:nvSpPr>
          <p:cNvPr id="10" name="">
            <a:extLst xmlns:a="http://schemas.openxmlformats.org/drawingml/2006/main">
              <a:ext uri="{FF2B5EF4-FFF2-40B4-BE49-F238E27FC236}">
                <a16:creationId xmlns:a16="http://schemas.microsoft.com/office/drawing/2014/main" id="{929C8D17-7C55-4751-B250-CE74C8EAEE7A}"/>
              </a:ext>
            </a:extLst>
          </p:cNvPr>
          <p:cNvSpPr>
            <a:spLocks xmlns:a="http://schemas.openxmlformats.org/drawingml/2006/main" noGrp="1"/>
          </p:cNvSpPr>
          <p:nvPr/>
        </p:nvSpPr>
        <p:spPr>
          <a:xfrm xmlns:a="http://schemas.openxmlformats.org/drawingml/2006/main">
            <a:off x="3028950" y="3333750"/>
            <a:ext cx="1524000" cy="0"/>
          </a:xfrm>
          <a:prstGeom xmlns:a="http://schemas.openxmlformats.org/drawingml/2006/main" prst="line">
            <a:avLst/>
          </a:prstGeom>
          <a:noFill xmlns:a="http://schemas.openxmlformats.org/drawingml/2006/main"/>
          <a:ln xmlns:a="http://schemas.openxmlformats.org/drawingml/2006/main" w="19050">
            <a:solidFill>
              <a:srgbClr val="FFFFFF">
                <a:alpha val="40784"/>
              </a:srgbClr>
            </a:solidFill>
            <a:prstDash val="solid"/>
          </a:ln>
        </p:spPr>
      </p:sp>
      <p:sp>
        <p:nvSpPr>
          <p:cNvPr id="11" name="">
            <a:extLst xmlns:a="http://schemas.openxmlformats.org/drawingml/2006/main">
              <a:ext uri="{FF2B5EF4-FFF2-40B4-BE49-F238E27FC236}">
                <a16:creationId xmlns:a16="http://schemas.microsoft.com/office/drawing/2014/main" id="{22B8A323-C208-4A86-8869-63AB964D5B81}"/>
              </a:ext>
            </a:extLst>
          </p:cNvPr>
          <p:cNvSpPr>
            <a:spLocks xmlns:a="http://schemas.openxmlformats.org/drawingml/2006/main" noGrp="1"/>
          </p:cNvSpPr>
          <p:nvPr/>
        </p:nvSpPr>
        <p:spPr>
          <a:xfrm xmlns:a="http://schemas.openxmlformats.org/drawingml/2006/main">
            <a:off x="3028950" y="3638550"/>
            <a:ext cx="152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DF9"/>
                </a:solidFill>
                <a:latin typeface="Nimbus Sans"/>
                <a:ea typeface="Nimbus Sans"/>
                <a:cs typeface="Nimbus Sans"/>
              </a:defRPr>
            </a:pPr>
            <a:r>
              <a:rPr sz="1500" b="1" i="0">
                <a:solidFill>
                  <a:srgbClr val="FFFDF9"/>
                </a:solidFill>
                <a:latin typeface="Nimbus Sans"/>
                <a:ea typeface="Nimbus Sans"/>
                <a:cs typeface="Nimbus Sans"/>
              </a:rPr>
              <a:t>LUCIEN LAVISCOUNT</a:t>
            </a:r>
          </a:p>
        </p:txBody>
      </p:sp>
      <p:sp>
        <p:nvSpPr>
          <p:cNvPr id="12" name="">
            <a:extLst xmlns:a="http://schemas.openxmlformats.org/drawingml/2006/main">
              <a:ext uri="{FF2B5EF4-FFF2-40B4-BE49-F238E27FC236}">
                <a16:creationId xmlns:a16="http://schemas.microsoft.com/office/drawing/2014/main" id="{D0A57E4B-E8D8-4003-B91B-1221264094BF}"/>
              </a:ext>
            </a:extLst>
          </p:cNvPr>
          <p:cNvSpPr>
            <a:spLocks xmlns:a="http://schemas.openxmlformats.org/drawingml/2006/main" noGrp="1"/>
          </p:cNvSpPr>
          <p:nvPr/>
        </p:nvSpPr>
        <p:spPr>
          <a:xfrm xmlns:a="http://schemas.openxmlformats.org/drawingml/2006/main">
            <a:off x="3028950" y="4476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F4D6A5"/>
                </a:solidFill>
                <a:latin typeface="Nimbus Sans"/>
                <a:ea typeface="Nimbus Sans"/>
                <a:cs typeface="Nimbus Sans"/>
              </a:defRPr>
            </a:pPr>
            <a:r>
              <a:rPr sz="975" b="1" i="0">
                <a:solidFill>
                  <a:srgbClr val="F4D6A5"/>
                </a:solidFill>
                <a:latin typeface="Nimbus Sans"/>
                <a:ea typeface="Nimbus Sans"/>
                <a:cs typeface="Nimbus Sans"/>
              </a:rPr>
              <a:t>BEN WHITFIELD</a:t>
            </a:r>
          </a:p>
        </p:txBody>
      </p:sp>
      <p:sp>
        <p:nvSpPr>
          <p:cNvPr id="13" name="">
            <a:extLst xmlns:a="http://schemas.openxmlformats.org/drawingml/2006/main">
              <a:ext uri="{FF2B5EF4-FFF2-40B4-BE49-F238E27FC236}">
                <a16:creationId xmlns:a16="http://schemas.microsoft.com/office/drawing/2014/main" id="{018DF81C-CA8C-48F9-8717-AB5ED62C5E83}"/>
              </a:ext>
            </a:extLst>
          </p:cNvPr>
          <p:cNvSpPr>
            <a:spLocks xmlns:a="http://schemas.openxmlformats.org/drawingml/2006/main" noGrp="1"/>
          </p:cNvSpPr>
          <p:nvPr/>
        </p:nvSpPr>
        <p:spPr>
          <a:xfrm xmlns:a="http://schemas.openxmlformats.org/drawingml/2006/main">
            <a:off x="5086350" y="1762125"/>
            <a:ext cx="1905000" cy="3638550"/>
          </a:xfrm>
          <a:prstGeom xmlns:a="http://schemas.openxmlformats.org/drawingml/2006/main" prst="roundRect">
            <a:avLst>
              <a:gd name="adj" fmla="val 9000"/>
            </a:avLst>
          </a:prstGeom>
          <a:solidFill xmlns:a="http://schemas.openxmlformats.org/drawingml/2006/main">
            <a:srgbClr val="C9655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9DF082-FE2A-419E-ABE0-479B25EC40A9}"/>
              </a:ext>
            </a:extLst>
          </p:cNvPr>
          <p:cNvSpPr>
            <a:spLocks xmlns:a="http://schemas.openxmlformats.org/drawingml/2006/main" noGrp="1"/>
          </p:cNvSpPr>
          <p:nvPr/>
        </p:nvSpPr>
        <p:spPr>
          <a:xfrm xmlns:a="http://schemas.openxmlformats.org/drawingml/2006/main">
            <a:off x="5276850" y="2019300"/>
            <a:ext cx="1524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5250" b="1" i="0">
                <a:solidFill>
                  <a:srgbClr val="FFFFFF">
                    <a:alpha val="21176"/>
                  </a:srgbClr>
                </a:solidFill>
                <a:latin typeface="Nimbus Roman"/>
                <a:ea typeface="Nimbus Roman"/>
                <a:cs typeface="Nimbus Roman"/>
              </a:defRPr>
            </a:pPr>
            <a:r>
              <a:rPr sz="5250" b="1" i="0">
                <a:solidFill>
                  <a:srgbClr val="FFFFFF">
                    <a:alpha val="21176"/>
                  </a:srgbClr>
                </a:solidFill>
                <a:latin typeface="Nimbus Roman"/>
                <a:ea typeface="Nimbus Roman"/>
                <a:cs typeface="Nimbus Roman"/>
              </a:rPr>
              <a:t>CJ</a:t>
            </a:r>
          </a:p>
        </p:txBody>
      </p:sp>
      <p:sp>
        <p:nvSpPr>
          <p:cNvPr id="15" name="">
            <a:extLst xmlns:a="http://schemas.openxmlformats.org/drawingml/2006/main">
              <a:ext uri="{FF2B5EF4-FFF2-40B4-BE49-F238E27FC236}">
                <a16:creationId xmlns:a16="http://schemas.microsoft.com/office/drawing/2014/main" id="{5B23BBDA-9CDA-42D3-B56E-AF4A3B269AF3}"/>
              </a:ext>
            </a:extLst>
          </p:cNvPr>
          <p:cNvSpPr>
            <a:spLocks xmlns:a="http://schemas.openxmlformats.org/drawingml/2006/main" noGrp="1"/>
          </p:cNvSpPr>
          <p:nvPr/>
        </p:nvSpPr>
        <p:spPr>
          <a:xfrm xmlns:a="http://schemas.openxmlformats.org/drawingml/2006/main">
            <a:off x="5276850" y="3333750"/>
            <a:ext cx="1524000" cy="0"/>
          </a:xfrm>
          <a:prstGeom xmlns:a="http://schemas.openxmlformats.org/drawingml/2006/main" prst="line">
            <a:avLst/>
          </a:prstGeom>
          <a:noFill xmlns:a="http://schemas.openxmlformats.org/drawingml/2006/main"/>
          <a:ln xmlns:a="http://schemas.openxmlformats.org/drawingml/2006/main" w="19050">
            <a:solidFill>
              <a:srgbClr val="FFFFFF">
                <a:alpha val="40784"/>
              </a:srgbClr>
            </a:solidFill>
            <a:prstDash val="solid"/>
          </a:ln>
        </p:spPr>
      </p:sp>
      <p:sp>
        <p:nvSpPr>
          <p:cNvPr id="16" name="">
            <a:extLst xmlns:a="http://schemas.openxmlformats.org/drawingml/2006/main">
              <a:ext uri="{FF2B5EF4-FFF2-40B4-BE49-F238E27FC236}">
                <a16:creationId xmlns:a16="http://schemas.microsoft.com/office/drawing/2014/main" id="{1D0D48FF-9F12-4BA8-A8A6-BE625ECB0F5B}"/>
              </a:ext>
            </a:extLst>
          </p:cNvPr>
          <p:cNvSpPr>
            <a:spLocks xmlns:a="http://schemas.openxmlformats.org/drawingml/2006/main" noGrp="1"/>
          </p:cNvSpPr>
          <p:nvPr/>
        </p:nvSpPr>
        <p:spPr>
          <a:xfrm xmlns:a="http://schemas.openxmlformats.org/drawingml/2006/main">
            <a:off x="5276850" y="3638550"/>
            <a:ext cx="152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DF9"/>
                </a:solidFill>
                <a:latin typeface="Nimbus Sans"/>
                <a:ea typeface="Nimbus Sans"/>
                <a:cs typeface="Nimbus Sans"/>
              </a:defRPr>
            </a:pPr>
            <a:r>
              <a:rPr sz="1500" b="1" i="0">
                <a:solidFill>
                  <a:srgbClr val="FFFDF9"/>
                </a:solidFill>
                <a:latin typeface="Nimbus Sans"/>
                <a:ea typeface="Nimbus Sans"/>
                <a:cs typeface="Nimbus Sans"/>
              </a:rPr>
              <a:t>COCO JONES</a:t>
            </a:r>
          </a:p>
        </p:txBody>
      </p:sp>
      <p:sp>
        <p:nvSpPr>
          <p:cNvPr id="17" name="">
            <a:extLst xmlns:a="http://schemas.openxmlformats.org/drawingml/2006/main">
              <a:ext uri="{FF2B5EF4-FFF2-40B4-BE49-F238E27FC236}">
                <a16:creationId xmlns:a16="http://schemas.microsoft.com/office/drawing/2014/main" id="{9CBB1B11-2CD7-4DE1-A434-ACD492EC99BB}"/>
              </a:ext>
            </a:extLst>
          </p:cNvPr>
          <p:cNvSpPr>
            <a:spLocks xmlns:a="http://schemas.openxmlformats.org/drawingml/2006/main" noGrp="1"/>
          </p:cNvSpPr>
          <p:nvPr/>
        </p:nvSpPr>
        <p:spPr>
          <a:xfrm xmlns:a="http://schemas.openxmlformats.org/drawingml/2006/main">
            <a:off x="5276850" y="4476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F4D6A5"/>
                </a:solidFill>
                <a:latin typeface="Nimbus Sans"/>
                <a:ea typeface="Nimbus Sans"/>
                <a:cs typeface="Nimbus Sans"/>
              </a:defRPr>
            </a:pPr>
            <a:r>
              <a:rPr sz="975" b="1" i="0">
                <a:solidFill>
                  <a:srgbClr val="F4D6A5"/>
                </a:solidFill>
                <a:latin typeface="Nimbus Sans"/>
                <a:ea typeface="Nimbus Sans"/>
                <a:cs typeface="Nimbus Sans"/>
              </a:rPr>
              <a:t>SADIE OKAFOR</a:t>
            </a:r>
          </a:p>
        </p:txBody>
      </p:sp>
      <p:sp>
        <p:nvSpPr>
          <p:cNvPr id="18" name="">
            <a:extLst xmlns:a="http://schemas.openxmlformats.org/drawingml/2006/main">
              <a:ext uri="{FF2B5EF4-FFF2-40B4-BE49-F238E27FC236}">
                <a16:creationId xmlns:a16="http://schemas.microsoft.com/office/drawing/2014/main" id="{FC2E1248-1DBB-4440-A9CB-AB01DA6D38A2}"/>
              </a:ext>
            </a:extLst>
          </p:cNvPr>
          <p:cNvSpPr>
            <a:spLocks xmlns:a="http://schemas.openxmlformats.org/drawingml/2006/main" noGrp="1"/>
          </p:cNvSpPr>
          <p:nvPr/>
        </p:nvSpPr>
        <p:spPr>
          <a:xfrm xmlns:a="http://schemas.openxmlformats.org/drawingml/2006/main">
            <a:off x="7334250" y="1762125"/>
            <a:ext cx="1905000" cy="3638550"/>
          </a:xfrm>
          <a:prstGeom xmlns:a="http://schemas.openxmlformats.org/drawingml/2006/main" prst="roundRect">
            <a:avLst>
              <a:gd name="adj" fmla="val 9000"/>
            </a:avLst>
          </a:prstGeom>
          <a:solidFill xmlns:a="http://schemas.openxmlformats.org/drawingml/2006/main">
            <a:srgbClr val="35566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484BDFD-63A7-4F54-A516-5D0F96185BC6}"/>
              </a:ext>
            </a:extLst>
          </p:cNvPr>
          <p:cNvSpPr>
            <a:spLocks xmlns:a="http://schemas.openxmlformats.org/drawingml/2006/main" noGrp="1"/>
          </p:cNvSpPr>
          <p:nvPr/>
        </p:nvSpPr>
        <p:spPr>
          <a:xfrm xmlns:a="http://schemas.openxmlformats.org/drawingml/2006/main">
            <a:off x="7524750" y="2019300"/>
            <a:ext cx="1524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5250" b="1" i="0">
                <a:solidFill>
                  <a:srgbClr val="FFFFFF">
                    <a:alpha val="21176"/>
                  </a:srgbClr>
                </a:solidFill>
                <a:latin typeface="Nimbus Roman"/>
                <a:ea typeface="Nimbus Roman"/>
                <a:cs typeface="Nimbus Roman"/>
              </a:defRPr>
            </a:pPr>
            <a:r>
              <a:rPr sz="5250" b="1" i="0">
                <a:solidFill>
                  <a:srgbClr val="FFFFFF">
                    <a:alpha val="21176"/>
                  </a:srgbClr>
                </a:solidFill>
                <a:latin typeface="Nimbus Roman"/>
                <a:ea typeface="Nimbus Roman"/>
                <a:cs typeface="Nimbus Roman"/>
              </a:rPr>
              <a:t>TW</a:t>
            </a:r>
          </a:p>
        </p:txBody>
      </p:sp>
      <p:sp>
        <p:nvSpPr>
          <p:cNvPr id="20" name="">
            <a:extLst xmlns:a="http://schemas.openxmlformats.org/drawingml/2006/main">
              <a:ext uri="{FF2B5EF4-FFF2-40B4-BE49-F238E27FC236}">
                <a16:creationId xmlns:a16="http://schemas.microsoft.com/office/drawing/2014/main" id="{B7E5EB2E-29BC-498E-B719-96489124A8FB}"/>
              </a:ext>
            </a:extLst>
          </p:cNvPr>
          <p:cNvSpPr>
            <a:spLocks xmlns:a="http://schemas.openxmlformats.org/drawingml/2006/main" noGrp="1"/>
          </p:cNvSpPr>
          <p:nvPr/>
        </p:nvSpPr>
        <p:spPr>
          <a:xfrm xmlns:a="http://schemas.openxmlformats.org/drawingml/2006/main">
            <a:off x="7524750" y="3333750"/>
            <a:ext cx="1524000" cy="0"/>
          </a:xfrm>
          <a:prstGeom xmlns:a="http://schemas.openxmlformats.org/drawingml/2006/main" prst="line">
            <a:avLst/>
          </a:prstGeom>
          <a:noFill xmlns:a="http://schemas.openxmlformats.org/drawingml/2006/main"/>
          <a:ln xmlns:a="http://schemas.openxmlformats.org/drawingml/2006/main" w="19050">
            <a:solidFill>
              <a:srgbClr val="FFFFFF">
                <a:alpha val="40784"/>
              </a:srgbClr>
            </a:solidFill>
            <a:prstDash val="solid"/>
          </a:ln>
        </p:spPr>
      </p:sp>
      <p:sp>
        <p:nvSpPr>
          <p:cNvPr id="21" name="">
            <a:extLst xmlns:a="http://schemas.openxmlformats.org/drawingml/2006/main">
              <a:ext uri="{FF2B5EF4-FFF2-40B4-BE49-F238E27FC236}">
                <a16:creationId xmlns:a16="http://schemas.microsoft.com/office/drawing/2014/main" id="{FC9E478C-416C-42D3-8C3F-0789A9868379}"/>
              </a:ext>
            </a:extLst>
          </p:cNvPr>
          <p:cNvSpPr>
            <a:spLocks xmlns:a="http://schemas.openxmlformats.org/drawingml/2006/main" noGrp="1"/>
          </p:cNvSpPr>
          <p:nvPr/>
        </p:nvSpPr>
        <p:spPr>
          <a:xfrm xmlns:a="http://schemas.openxmlformats.org/drawingml/2006/main">
            <a:off x="7524750" y="3638550"/>
            <a:ext cx="152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DF9"/>
                </a:solidFill>
                <a:latin typeface="Nimbus Sans"/>
                <a:ea typeface="Nimbus Sans"/>
                <a:cs typeface="Nimbus Sans"/>
              </a:defRPr>
            </a:pPr>
            <a:r>
              <a:rPr sz="1500" b="1" i="0">
                <a:solidFill>
                  <a:srgbClr val="FFFDF9"/>
                </a:solidFill>
                <a:latin typeface="Nimbus Sans"/>
                <a:ea typeface="Nimbus Sans"/>
                <a:cs typeface="Nimbus Sans"/>
              </a:rPr>
              <a:t>TYLER JAMES WILLIAMS</a:t>
            </a:r>
          </a:p>
        </p:txBody>
      </p:sp>
      <p:sp>
        <p:nvSpPr>
          <p:cNvPr id="22" name="">
            <a:extLst xmlns:a="http://schemas.openxmlformats.org/drawingml/2006/main">
              <a:ext uri="{FF2B5EF4-FFF2-40B4-BE49-F238E27FC236}">
                <a16:creationId xmlns:a16="http://schemas.microsoft.com/office/drawing/2014/main" id="{7E058D8B-8B9B-496B-9B2A-08A59550428E}"/>
              </a:ext>
            </a:extLst>
          </p:cNvPr>
          <p:cNvSpPr>
            <a:spLocks xmlns:a="http://schemas.openxmlformats.org/drawingml/2006/main" noGrp="1"/>
          </p:cNvSpPr>
          <p:nvPr/>
        </p:nvSpPr>
        <p:spPr>
          <a:xfrm xmlns:a="http://schemas.openxmlformats.org/drawingml/2006/main">
            <a:off x="7524750" y="4476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F4D6A5"/>
                </a:solidFill>
                <a:latin typeface="Nimbus Sans"/>
                <a:ea typeface="Nimbus Sans"/>
                <a:cs typeface="Nimbus Sans"/>
              </a:defRPr>
            </a:pPr>
            <a:r>
              <a:rPr sz="975" b="1" i="0">
                <a:solidFill>
                  <a:srgbClr val="F4D6A5"/>
                </a:solidFill>
                <a:latin typeface="Nimbus Sans"/>
                <a:ea typeface="Nimbus Sans"/>
                <a:cs typeface="Nimbus Sans"/>
              </a:rPr>
              <a:t>MARK</a:t>
            </a:r>
          </a:p>
        </p:txBody>
      </p:sp>
      <p:sp>
        <p:nvSpPr>
          <p:cNvPr id="23" name="">
            <a:extLst xmlns:a="http://schemas.openxmlformats.org/drawingml/2006/main">
              <a:ext uri="{FF2B5EF4-FFF2-40B4-BE49-F238E27FC236}">
                <a16:creationId xmlns:a16="http://schemas.microsoft.com/office/drawing/2014/main" id="{1D231D27-73CF-4885-8DA7-2B1D45D03624}"/>
              </a:ext>
            </a:extLst>
          </p:cNvPr>
          <p:cNvSpPr>
            <a:spLocks xmlns:a="http://schemas.openxmlformats.org/drawingml/2006/main" noGrp="1"/>
          </p:cNvSpPr>
          <p:nvPr/>
        </p:nvSpPr>
        <p:spPr>
          <a:xfrm xmlns:a="http://schemas.openxmlformats.org/drawingml/2006/main">
            <a:off x="9582150" y="1762125"/>
            <a:ext cx="1905000" cy="3638550"/>
          </a:xfrm>
          <a:prstGeom xmlns:a="http://schemas.openxmlformats.org/drawingml/2006/main" prst="roundRect">
            <a:avLst>
              <a:gd name="adj" fmla="val 9000"/>
            </a:avLst>
          </a:prstGeom>
          <a:solidFill xmlns:a="http://schemas.openxmlformats.org/drawingml/2006/main">
            <a:srgbClr val="0B132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85B2575-5330-426B-98B6-C66FD4535EB9}"/>
              </a:ext>
            </a:extLst>
          </p:cNvPr>
          <p:cNvSpPr>
            <a:spLocks xmlns:a="http://schemas.openxmlformats.org/drawingml/2006/main" noGrp="1"/>
          </p:cNvSpPr>
          <p:nvPr/>
        </p:nvSpPr>
        <p:spPr>
          <a:xfrm xmlns:a="http://schemas.openxmlformats.org/drawingml/2006/main">
            <a:off x="9772650" y="2019300"/>
            <a:ext cx="1524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5250" b="1" i="0">
                <a:solidFill>
                  <a:srgbClr val="FFFFFF">
                    <a:alpha val="21176"/>
                  </a:srgbClr>
                </a:solidFill>
                <a:latin typeface="Nimbus Roman"/>
                <a:ea typeface="Nimbus Roman"/>
                <a:cs typeface="Nimbus Roman"/>
              </a:defRPr>
            </a:pPr>
            <a:r>
              <a:rPr sz="5250" b="1" i="0">
                <a:solidFill>
                  <a:srgbClr val="FFFFFF">
                    <a:alpha val="21176"/>
                  </a:srgbClr>
                </a:solidFill>
                <a:latin typeface="Nimbus Roman"/>
                <a:ea typeface="Nimbus Roman"/>
                <a:cs typeface="Nimbus Roman"/>
              </a:rPr>
              <a:t>RH</a:t>
            </a:r>
          </a:p>
        </p:txBody>
      </p:sp>
      <p:sp>
        <p:nvSpPr>
          <p:cNvPr id="25" name="">
            <a:extLst xmlns:a="http://schemas.openxmlformats.org/drawingml/2006/main">
              <a:ext uri="{FF2B5EF4-FFF2-40B4-BE49-F238E27FC236}">
                <a16:creationId xmlns:a16="http://schemas.microsoft.com/office/drawing/2014/main" id="{AF5023B5-A0F6-471C-86B0-C534C97A7B29}"/>
              </a:ext>
            </a:extLst>
          </p:cNvPr>
          <p:cNvSpPr>
            <a:spLocks xmlns:a="http://schemas.openxmlformats.org/drawingml/2006/main" noGrp="1"/>
          </p:cNvSpPr>
          <p:nvPr/>
        </p:nvSpPr>
        <p:spPr>
          <a:xfrm xmlns:a="http://schemas.openxmlformats.org/drawingml/2006/main">
            <a:off x="9772650" y="3333750"/>
            <a:ext cx="1524000" cy="0"/>
          </a:xfrm>
          <a:prstGeom xmlns:a="http://schemas.openxmlformats.org/drawingml/2006/main" prst="line">
            <a:avLst/>
          </a:prstGeom>
          <a:noFill xmlns:a="http://schemas.openxmlformats.org/drawingml/2006/main"/>
          <a:ln xmlns:a="http://schemas.openxmlformats.org/drawingml/2006/main" w="19050">
            <a:solidFill>
              <a:srgbClr val="FFFFFF">
                <a:alpha val="40784"/>
              </a:srgbClr>
            </a:solidFill>
            <a:prstDash val="solid"/>
          </a:ln>
        </p:spPr>
      </p:sp>
      <p:sp>
        <p:nvSpPr>
          <p:cNvPr id="26" name="">
            <a:extLst xmlns:a="http://schemas.openxmlformats.org/drawingml/2006/main">
              <a:ext uri="{FF2B5EF4-FFF2-40B4-BE49-F238E27FC236}">
                <a16:creationId xmlns:a16="http://schemas.microsoft.com/office/drawing/2014/main" id="{2218E5A8-2A75-4D56-B1CA-EC9134BFC75C}"/>
              </a:ext>
            </a:extLst>
          </p:cNvPr>
          <p:cNvSpPr>
            <a:spLocks xmlns:a="http://schemas.openxmlformats.org/drawingml/2006/main" noGrp="1"/>
          </p:cNvSpPr>
          <p:nvPr/>
        </p:nvSpPr>
        <p:spPr>
          <a:xfrm xmlns:a="http://schemas.openxmlformats.org/drawingml/2006/main">
            <a:off x="9772650" y="3638550"/>
            <a:ext cx="152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FFFDF9"/>
                </a:solidFill>
                <a:latin typeface="Nimbus Sans"/>
                <a:ea typeface="Nimbus Sans"/>
                <a:cs typeface="Nimbus Sans"/>
              </a:defRPr>
            </a:pPr>
            <a:r>
              <a:rPr sz="1500" b="1" i="0">
                <a:solidFill>
                  <a:srgbClr val="FFFDF9"/>
                </a:solidFill>
                <a:latin typeface="Nimbus Sans"/>
                <a:ea typeface="Nimbus Sans"/>
                <a:cs typeface="Nimbus Sans"/>
              </a:rPr>
              <a:t>REGINA HALL</a:t>
            </a:r>
          </a:p>
        </p:txBody>
      </p:sp>
      <p:sp>
        <p:nvSpPr>
          <p:cNvPr id="27" name="">
            <a:extLst xmlns:a="http://schemas.openxmlformats.org/drawingml/2006/main">
              <a:ext uri="{FF2B5EF4-FFF2-40B4-BE49-F238E27FC236}">
                <a16:creationId xmlns:a16="http://schemas.microsoft.com/office/drawing/2014/main" id="{BB30F97C-9539-474E-AC93-BCDF8FA9D473}"/>
              </a:ext>
            </a:extLst>
          </p:cNvPr>
          <p:cNvSpPr>
            <a:spLocks xmlns:a="http://schemas.openxmlformats.org/drawingml/2006/main" noGrp="1"/>
          </p:cNvSpPr>
          <p:nvPr/>
        </p:nvSpPr>
        <p:spPr>
          <a:xfrm xmlns:a="http://schemas.openxmlformats.org/drawingml/2006/main">
            <a:off x="9772650" y="4476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i="0">
                <a:solidFill>
                  <a:srgbClr val="F4D6A5"/>
                </a:solidFill>
                <a:latin typeface="Nimbus Sans"/>
                <a:ea typeface="Nimbus Sans"/>
                <a:cs typeface="Nimbus Sans"/>
              </a:defRPr>
            </a:pPr>
            <a:r>
              <a:rPr sz="975" b="1" i="0">
                <a:solidFill>
                  <a:srgbClr val="F4D6A5"/>
                </a:solidFill>
                <a:latin typeface="Nimbus Sans"/>
                <a:ea typeface="Nimbus Sans"/>
                <a:cs typeface="Nimbus Sans"/>
              </a:rPr>
              <a:t>REGINA MARSH</a:t>
            </a:r>
          </a:p>
        </p:txBody>
      </p:sp>
      <p:sp>
        <p:nvSpPr>
          <p:cNvPr id="28" name="">
            <a:extLst xmlns:a="http://schemas.openxmlformats.org/drawingml/2006/main">
              <a:ext uri="{FF2B5EF4-FFF2-40B4-BE49-F238E27FC236}">
                <a16:creationId xmlns:a16="http://schemas.microsoft.com/office/drawing/2014/main" id="{192E399D-7A91-4D1A-AD6C-BBEE7D2E97EB}"/>
              </a:ext>
            </a:extLst>
          </p:cNvPr>
          <p:cNvSpPr>
            <a:spLocks xmlns:a="http://schemas.openxmlformats.org/drawingml/2006/main" noGrp="1"/>
          </p:cNvSpPr>
          <p:nvPr/>
        </p:nvSpPr>
        <p:spPr>
          <a:xfrm xmlns:a="http://schemas.openxmlformats.org/drawingml/2006/main">
            <a:off x="590550" y="58388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1">
                <a:solidFill>
                  <a:srgbClr val="121725"/>
                </a:solidFill>
                <a:latin typeface="Nimbus Roman"/>
                <a:ea typeface="Nimbus Roman"/>
                <a:cs typeface="Nimbus Roman"/>
              </a:defRPr>
            </a:pPr>
            <a:r>
              <a:rPr sz="1275" b="0" i="1">
                <a:solidFill>
                  <a:srgbClr val="121725"/>
                </a:solidFill>
                <a:latin typeface="Nimbus Roman"/>
                <a:ea typeface="Nimbus Roman"/>
                <a:cs typeface="Nimbus Roman"/>
              </a:rPr>
              <a:t>Casting goal: magnetic leads with comic timing, dramatic weight, and genuine adult chemistry</a:t>
            </a:r>
          </a:p>
        </p:txBody>
      </p:sp>
      <p:sp>
        <p:nvSpPr>
          <p:cNvPr id="29" name="">
            <a:extLst xmlns:a="http://schemas.openxmlformats.org/drawingml/2006/main">
              <a:ext uri="{FF2B5EF4-FFF2-40B4-BE49-F238E27FC236}">
                <a16:creationId xmlns:a16="http://schemas.microsoft.com/office/drawing/2014/main" id="{58868BBB-9268-4972-832E-15BD1C2099D4}"/>
              </a:ext>
            </a:extLst>
          </p:cNvPr>
          <p:cNvSpPr>
            <a:spLocks xmlns:a="http://schemas.openxmlformats.org/drawingml/2006/main" noGrp="1"/>
          </p:cNvSpPr>
          <p:nvPr/>
        </p:nvSpPr>
        <p:spPr>
          <a:xfrm xmlns:a="http://schemas.openxmlformats.org/drawingml/2006/main">
            <a:off x="571500" y="648652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6717B"/>
                </a:solidFill>
                <a:latin typeface="Nimbus Sans"/>
                <a:ea typeface="Nimbus Sans"/>
                <a:cs typeface="Nimbus Sans"/>
              </a:defRPr>
            </a:pPr>
            <a:r>
              <a:rPr sz="750" b="1" i="0">
                <a:solidFill>
                  <a:srgbClr val="66717B"/>
                </a:solidFill>
                <a:latin typeface="Nimbus Sans"/>
                <a:ea typeface="Nimbus Sans"/>
                <a:cs typeface="Nimbus Sans"/>
              </a:rPr>
              <a:t>NCCA ENTERTAINMENT</a:t>
            </a:r>
          </a:p>
        </p:txBody>
      </p:sp>
      <p:sp>
        <p:nvSpPr>
          <p:cNvPr id="30" name="">
            <a:extLst xmlns:a="http://schemas.openxmlformats.org/drawingml/2006/main">
              <a:ext uri="{FF2B5EF4-FFF2-40B4-BE49-F238E27FC236}">
                <a16:creationId xmlns:a16="http://schemas.microsoft.com/office/drawing/2014/main" id="{B50B80C7-2849-4F48-9F02-9E739DC1B609}"/>
              </a:ext>
            </a:extLst>
          </p:cNvPr>
          <p:cNvSpPr>
            <a:spLocks xmlns:a="http://schemas.openxmlformats.org/drawingml/2006/main" noGrp="1"/>
          </p:cNvSpPr>
          <p:nvPr/>
        </p:nvSpPr>
        <p:spPr>
          <a:xfrm xmlns:a="http://schemas.openxmlformats.org/drawingml/2006/main">
            <a:off x="1123950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66717B"/>
                </a:solidFill>
                <a:latin typeface="Nimbus Sans"/>
                <a:ea typeface="Nimbus Sans"/>
                <a:cs typeface="Nimbus Sans"/>
              </a:defRPr>
            </a:pPr>
            <a:r>
              <a:rPr sz="750" b="1" i="0">
                <a:solidFill>
                  <a:srgbClr val="66717B"/>
                </a:solidFill>
                <a:latin typeface="Nimbus Sans"/>
                <a:ea typeface="Nimbus Sans"/>
                <a:cs typeface="Nimbus Sans"/>
              </a:rPr>
              <a:t>10</a:t>
            </a:r>
          </a:p>
        </p:txBody>
      </p:sp>
    </p:spTree>
    <p:extLst>
      <p:ext uri="{BB962C8B-B14F-4D97-AF65-F5344CB8AC3E}">
        <p14:creationId xmlns:p14="http://schemas.microsoft.com/office/powerpoint/2010/main" val="1965642576"/>
      </p:ext>
    </p:extLst>
  </p:cSld>
</p:sld>
</file>

<file path=ppt/slides/slide11.xml><?xml version="1.0" encoding="utf-8"?>
<p:sld xmlns:p="http://schemas.openxmlformats.org/presentationml/2006/main">
  <p:cSld>
    <p:bg>
      <p:bgPr>
        <a:solidFill xmlns:a="http://schemas.openxmlformats.org/drawingml/2006/main">
          <a:srgbClr val="0B132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9A5FD19-8B34-4CED-BB6D-8E98E10B8C86}"/>
              </a:ext>
            </a:extLst>
          </p:cNvPr>
          <p:cNvSpPr>
            <a:spLocks xmlns:a="http://schemas.openxmlformats.org/drawingml/2006/main" noGrp="1"/>
          </p:cNvSpPr>
          <p:nvPr/>
        </p:nvSpPr>
        <p:spPr>
          <a:xfrm xmlns:a="http://schemas.openxmlformats.org/drawingml/2006/main">
            <a:off x="590550" y="4572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FFFDF9"/>
                </a:solidFill>
                <a:latin typeface="Nimbus Sans"/>
                <a:ea typeface="Nimbus Sans"/>
                <a:cs typeface="Nimbus Sans"/>
              </a:defRPr>
            </a:pPr>
            <a:r>
              <a:rPr sz="2250" b="1" i="0">
                <a:solidFill>
                  <a:srgbClr val="FFFDF9"/>
                </a:solidFill>
                <a:latin typeface="Nimbus Sans"/>
                <a:ea typeface="Nimbus Sans"/>
                <a:cs typeface="Nimbus Sans"/>
              </a:rPr>
              <a:t>WHY STANDBY FITS BET+</a:t>
            </a:r>
          </a:p>
        </p:txBody>
      </p:sp>
      <p:sp>
        <p:nvSpPr>
          <p:cNvPr id="2" name="">
            <a:extLst xmlns:a="http://schemas.openxmlformats.org/drawingml/2006/main">
              <a:ext uri="{FF2B5EF4-FFF2-40B4-BE49-F238E27FC236}">
                <a16:creationId xmlns:a16="http://schemas.microsoft.com/office/drawing/2014/main" id="{C06AFB15-EFA9-4594-89CE-B55C37C235C1}"/>
              </a:ext>
            </a:extLst>
          </p:cNvPr>
          <p:cNvSpPr>
            <a:spLocks xmlns:a="http://schemas.openxmlformats.org/drawingml/2006/main" noGrp="1"/>
          </p:cNvSpPr>
          <p:nvPr/>
        </p:nvSpPr>
        <p:spPr>
          <a:xfrm xmlns:a="http://schemas.openxmlformats.org/drawingml/2006/main">
            <a:off x="590550" y="1000125"/>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1">
                <a:solidFill>
                  <a:srgbClr val="E4CFAF"/>
                </a:solidFill>
                <a:latin typeface="Nimbus Roman"/>
                <a:ea typeface="Nimbus Roman"/>
                <a:cs typeface="Nimbus Roman"/>
              </a:defRPr>
            </a:pPr>
            <a:r>
              <a:rPr sz="1500" b="0" i="1">
                <a:solidFill>
                  <a:srgbClr val="E4CFAF"/>
                </a:solidFill>
                <a:latin typeface="Nimbus Roman"/>
                <a:ea typeface="Nimbus Roman"/>
                <a:cs typeface="Nimbus Roman"/>
              </a:rPr>
              <a:t>A commercial romance centered on Black professional life, friendship, and adult emotional stakes.</a:t>
            </a:r>
          </a:p>
        </p:txBody>
      </p:sp>
      <p:sp>
        <p:nvSpPr>
          <p:cNvPr id="3" name="">
            <a:extLst xmlns:a="http://schemas.openxmlformats.org/drawingml/2006/main">
              <a:ext uri="{FF2B5EF4-FFF2-40B4-BE49-F238E27FC236}">
                <a16:creationId xmlns:a16="http://schemas.microsoft.com/office/drawing/2014/main" id="{E46B2428-156F-4CB7-90B6-A77D4D522EFD}"/>
              </a:ext>
            </a:extLst>
          </p:cNvPr>
          <p:cNvSpPr>
            <a:spLocks xmlns:a="http://schemas.openxmlformats.org/drawingml/2006/main" noGrp="1"/>
          </p:cNvSpPr>
          <p:nvPr/>
        </p:nvSpPr>
        <p:spPr>
          <a:xfrm xmlns:a="http://schemas.openxmlformats.org/drawingml/2006/main">
            <a:off x="590550" y="1971675"/>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D9A95B"/>
                </a:solidFill>
                <a:latin typeface="Nimbus Sans"/>
                <a:ea typeface="Nimbus Sans"/>
                <a:cs typeface="Nimbus Sans"/>
              </a:defRPr>
            </a:pPr>
            <a:r>
              <a:rPr sz="1800" b="1" i="0">
                <a:solidFill>
                  <a:srgbClr val="D9A95B"/>
                </a:solidFill>
                <a:latin typeface="Nimbus Sans"/>
                <a:ea typeface="Nimbus Sans"/>
                <a:cs typeface="Nimbus Sans"/>
              </a:rPr>
              <a:t>✓</a:t>
            </a:r>
          </a:p>
        </p:txBody>
      </p:sp>
      <p:sp>
        <p:nvSpPr>
          <p:cNvPr id="4" name="">
            <a:extLst xmlns:a="http://schemas.openxmlformats.org/drawingml/2006/main">
              <a:ext uri="{FF2B5EF4-FFF2-40B4-BE49-F238E27FC236}">
                <a16:creationId xmlns:a16="http://schemas.microsoft.com/office/drawing/2014/main" id="{D6A4A7D5-D394-4829-86B2-CB7CFC24742B}"/>
              </a:ext>
            </a:extLst>
          </p:cNvPr>
          <p:cNvSpPr>
            <a:spLocks xmlns:a="http://schemas.openxmlformats.org/drawingml/2006/main" noGrp="1"/>
          </p:cNvSpPr>
          <p:nvPr/>
        </p:nvSpPr>
        <p:spPr>
          <a:xfrm xmlns:a="http://schemas.openxmlformats.org/drawingml/2006/main">
            <a:off x="1066800" y="197167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EEF1F4"/>
                </a:solidFill>
                <a:latin typeface="Nimbus Sans"/>
                <a:ea typeface="Nimbus Sans"/>
                <a:cs typeface="Nimbus Sans"/>
              </a:defRPr>
            </a:pPr>
            <a:r>
              <a:rPr sz="1425" b="0" i="0">
                <a:solidFill>
                  <a:srgbClr val="EEF1F4"/>
                </a:solidFill>
                <a:latin typeface="Nimbus Sans"/>
                <a:ea typeface="Nimbus Sans"/>
                <a:cs typeface="Nimbus Sans"/>
              </a:rPr>
              <a:t>Black professionals drive the romance rather than orbiting it.</a:t>
            </a:r>
          </a:p>
        </p:txBody>
      </p:sp>
      <p:sp>
        <p:nvSpPr>
          <p:cNvPr id="5" name="">
            <a:extLst xmlns:a="http://schemas.openxmlformats.org/drawingml/2006/main">
              <a:ext uri="{FF2B5EF4-FFF2-40B4-BE49-F238E27FC236}">
                <a16:creationId xmlns:a16="http://schemas.microsoft.com/office/drawing/2014/main" id="{687F1B09-7E9F-4B96-93D9-C8FCAE55910B}"/>
              </a:ext>
            </a:extLst>
          </p:cNvPr>
          <p:cNvSpPr>
            <a:spLocks xmlns:a="http://schemas.openxmlformats.org/drawingml/2006/main" noGrp="1"/>
          </p:cNvSpPr>
          <p:nvPr/>
        </p:nvSpPr>
        <p:spPr>
          <a:xfrm xmlns:a="http://schemas.openxmlformats.org/drawingml/2006/main">
            <a:off x="1066800" y="2847975"/>
            <a:ext cx="4619625" cy="0"/>
          </a:xfrm>
          <a:prstGeom xmlns:a="http://schemas.openxmlformats.org/drawingml/2006/main" prst="line">
            <a:avLst/>
          </a:prstGeom>
          <a:noFill xmlns:a="http://schemas.openxmlformats.org/drawingml/2006/main"/>
          <a:ln xmlns:a="http://schemas.openxmlformats.org/drawingml/2006/main" w="9525">
            <a:solidFill>
              <a:srgbClr val="26354A"/>
            </a:solidFill>
            <a:prstDash val="solid"/>
          </a:ln>
        </p:spPr>
      </p:sp>
      <p:sp>
        <p:nvSpPr>
          <p:cNvPr id="6" name="">
            <a:extLst xmlns:a="http://schemas.openxmlformats.org/drawingml/2006/main">
              <a:ext uri="{FF2B5EF4-FFF2-40B4-BE49-F238E27FC236}">
                <a16:creationId xmlns:a16="http://schemas.microsoft.com/office/drawing/2014/main" id="{0DBD7F0C-E8A6-44CD-9E7F-77A74D46AF07}"/>
              </a:ext>
            </a:extLst>
          </p:cNvPr>
          <p:cNvSpPr>
            <a:spLocks xmlns:a="http://schemas.openxmlformats.org/drawingml/2006/main" noGrp="1"/>
          </p:cNvSpPr>
          <p:nvPr/>
        </p:nvSpPr>
        <p:spPr>
          <a:xfrm xmlns:a="http://schemas.openxmlformats.org/drawingml/2006/main">
            <a:off x="6229350" y="1971675"/>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D9A95B"/>
                </a:solidFill>
                <a:latin typeface="Nimbus Sans"/>
                <a:ea typeface="Nimbus Sans"/>
                <a:cs typeface="Nimbus Sans"/>
              </a:defRPr>
            </a:pPr>
            <a:r>
              <a:rPr sz="1800" b="1" i="0">
                <a:solidFill>
                  <a:srgbClr val="D9A95B"/>
                </a:solidFill>
                <a:latin typeface="Nimbus Sans"/>
                <a:ea typeface="Nimbus Sans"/>
                <a:cs typeface="Nimbus Sans"/>
              </a:rPr>
              <a:t>✓</a:t>
            </a:r>
          </a:p>
        </p:txBody>
      </p:sp>
      <p:sp>
        <p:nvSpPr>
          <p:cNvPr id="7" name="">
            <a:extLst xmlns:a="http://schemas.openxmlformats.org/drawingml/2006/main">
              <a:ext uri="{FF2B5EF4-FFF2-40B4-BE49-F238E27FC236}">
                <a16:creationId xmlns:a16="http://schemas.microsoft.com/office/drawing/2014/main" id="{72141621-054B-4C4C-9725-6DE30EEDC9D2}"/>
              </a:ext>
            </a:extLst>
          </p:cNvPr>
          <p:cNvSpPr>
            <a:spLocks xmlns:a="http://schemas.openxmlformats.org/drawingml/2006/main" noGrp="1"/>
          </p:cNvSpPr>
          <p:nvPr/>
        </p:nvSpPr>
        <p:spPr>
          <a:xfrm xmlns:a="http://schemas.openxmlformats.org/drawingml/2006/main">
            <a:off x="6705600" y="197167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EEF1F4"/>
                </a:solidFill>
                <a:latin typeface="Nimbus Sans"/>
                <a:ea typeface="Nimbus Sans"/>
                <a:cs typeface="Nimbus Sans"/>
              </a:defRPr>
            </a:pPr>
            <a:r>
              <a:rPr sz="1425" b="0" i="0">
                <a:solidFill>
                  <a:srgbClr val="EEF1F4"/>
                </a:solidFill>
                <a:latin typeface="Nimbus Sans"/>
                <a:ea typeface="Nimbus Sans"/>
                <a:cs typeface="Nimbus Sans"/>
              </a:rPr>
              <a:t>Atlanta supplies recognizable culture, aspiration, and production texture.</a:t>
            </a:r>
          </a:p>
        </p:txBody>
      </p:sp>
      <p:sp>
        <p:nvSpPr>
          <p:cNvPr id="8" name="">
            <a:extLst xmlns:a="http://schemas.openxmlformats.org/drawingml/2006/main">
              <a:ext uri="{FF2B5EF4-FFF2-40B4-BE49-F238E27FC236}">
                <a16:creationId xmlns:a16="http://schemas.microsoft.com/office/drawing/2014/main" id="{706693B0-9EAD-4C67-8A77-04F3E48D512E}"/>
              </a:ext>
            </a:extLst>
          </p:cNvPr>
          <p:cNvSpPr>
            <a:spLocks xmlns:a="http://schemas.openxmlformats.org/drawingml/2006/main" noGrp="1"/>
          </p:cNvSpPr>
          <p:nvPr/>
        </p:nvSpPr>
        <p:spPr>
          <a:xfrm xmlns:a="http://schemas.openxmlformats.org/drawingml/2006/main">
            <a:off x="6705600" y="2847975"/>
            <a:ext cx="4619625" cy="0"/>
          </a:xfrm>
          <a:prstGeom xmlns:a="http://schemas.openxmlformats.org/drawingml/2006/main" prst="line">
            <a:avLst/>
          </a:prstGeom>
          <a:noFill xmlns:a="http://schemas.openxmlformats.org/drawingml/2006/main"/>
          <a:ln xmlns:a="http://schemas.openxmlformats.org/drawingml/2006/main" w="9525">
            <a:solidFill>
              <a:srgbClr val="26354A"/>
            </a:solidFill>
            <a:prstDash val="solid"/>
          </a:ln>
        </p:spPr>
      </p:sp>
      <p:sp>
        <p:nvSpPr>
          <p:cNvPr id="9" name="">
            <a:extLst xmlns:a="http://schemas.openxmlformats.org/drawingml/2006/main">
              <a:ext uri="{FF2B5EF4-FFF2-40B4-BE49-F238E27FC236}">
                <a16:creationId xmlns:a16="http://schemas.microsoft.com/office/drawing/2014/main" id="{B5F7A411-3A08-4E1D-9CB8-7B041AFFF224}"/>
              </a:ext>
            </a:extLst>
          </p:cNvPr>
          <p:cNvSpPr>
            <a:spLocks xmlns:a="http://schemas.openxmlformats.org/drawingml/2006/main" noGrp="1"/>
          </p:cNvSpPr>
          <p:nvPr/>
        </p:nvSpPr>
        <p:spPr>
          <a:xfrm xmlns:a="http://schemas.openxmlformats.org/drawingml/2006/main">
            <a:off x="590550" y="3171825"/>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D9A95B"/>
                </a:solidFill>
                <a:latin typeface="Nimbus Sans"/>
                <a:ea typeface="Nimbus Sans"/>
                <a:cs typeface="Nimbus Sans"/>
              </a:defRPr>
            </a:pPr>
            <a:r>
              <a:rPr sz="1800" b="1" i="0">
                <a:solidFill>
                  <a:srgbClr val="D9A95B"/>
                </a:solidFill>
                <a:latin typeface="Nimbus Sans"/>
                <a:ea typeface="Nimbus Sans"/>
                <a:cs typeface="Nimbus Sans"/>
              </a:rPr>
              <a:t>✓</a:t>
            </a:r>
          </a:p>
        </p:txBody>
      </p:sp>
      <p:sp>
        <p:nvSpPr>
          <p:cNvPr id="10" name="">
            <a:extLst xmlns:a="http://schemas.openxmlformats.org/drawingml/2006/main">
              <a:ext uri="{FF2B5EF4-FFF2-40B4-BE49-F238E27FC236}">
                <a16:creationId xmlns:a16="http://schemas.microsoft.com/office/drawing/2014/main" id="{B35AEDC1-7FC6-4446-9927-FB91FFFDE0A2}"/>
              </a:ext>
            </a:extLst>
          </p:cNvPr>
          <p:cNvSpPr>
            <a:spLocks xmlns:a="http://schemas.openxmlformats.org/drawingml/2006/main" noGrp="1"/>
          </p:cNvSpPr>
          <p:nvPr/>
        </p:nvSpPr>
        <p:spPr>
          <a:xfrm xmlns:a="http://schemas.openxmlformats.org/drawingml/2006/main">
            <a:off x="1066800" y="317182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EEF1F4"/>
                </a:solidFill>
                <a:latin typeface="Nimbus Sans"/>
                <a:ea typeface="Nimbus Sans"/>
                <a:cs typeface="Nimbus Sans"/>
              </a:defRPr>
            </a:pPr>
            <a:r>
              <a:rPr sz="1425" b="0" i="0">
                <a:solidFill>
                  <a:srgbClr val="EEF1F4"/>
                </a:solidFill>
                <a:latin typeface="Nimbus Sans"/>
                <a:ea typeface="Nimbus Sans"/>
                <a:cs typeface="Nimbus Sans"/>
              </a:rPr>
              <a:t>The high-concept premise lands in a sentence and cuts cleanly into a trailer.</a:t>
            </a:r>
          </a:p>
        </p:txBody>
      </p:sp>
      <p:sp>
        <p:nvSpPr>
          <p:cNvPr id="11" name="">
            <a:extLst xmlns:a="http://schemas.openxmlformats.org/drawingml/2006/main">
              <a:ext uri="{FF2B5EF4-FFF2-40B4-BE49-F238E27FC236}">
                <a16:creationId xmlns:a16="http://schemas.microsoft.com/office/drawing/2014/main" id="{BE74905A-EE96-496B-B805-E1DBAB1AA9CF}"/>
              </a:ext>
            </a:extLst>
          </p:cNvPr>
          <p:cNvSpPr>
            <a:spLocks xmlns:a="http://schemas.openxmlformats.org/drawingml/2006/main" noGrp="1"/>
          </p:cNvSpPr>
          <p:nvPr/>
        </p:nvSpPr>
        <p:spPr>
          <a:xfrm xmlns:a="http://schemas.openxmlformats.org/drawingml/2006/main">
            <a:off x="1066800" y="4048125"/>
            <a:ext cx="4619625" cy="0"/>
          </a:xfrm>
          <a:prstGeom xmlns:a="http://schemas.openxmlformats.org/drawingml/2006/main" prst="line">
            <a:avLst/>
          </a:prstGeom>
          <a:noFill xmlns:a="http://schemas.openxmlformats.org/drawingml/2006/main"/>
          <a:ln xmlns:a="http://schemas.openxmlformats.org/drawingml/2006/main" w="9525">
            <a:solidFill>
              <a:srgbClr val="26354A"/>
            </a:solidFill>
            <a:prstDash val="solid"/>
          </a:ln>
        </p:spPr>
      </p:sp>
      <p:sp>
        <p:nvSpPr>
          <p:cNvPr id="12" name="">
            <a:extLst xmlns:a="http://schemas.openxmlformats.org/drawingml/2006/main">
              <a:ext uri="{FF2B5EF4-FFF2-40B4-BE49-F238E27FC236}">
                <a16:creationId xmlns:a16="http://schemas.microsoft.com/office/drawing/2014/main" id="{14BF63C6-56BC-4181-9D45-5B7DF2B9F8B6}"/>
              </a:ext>
            </a:extLst>
          </p:cNvPr>
          <p:cNvSpPr>
            <a:spLocks xmlns:a="http://schemas.openxmlformats.org/drawingml/2006/main" noGrp="1"/>
          </p:cNvSpPr>
          <p:nvPr/>
        </p:nvSpPr>
        <p:spPr>
          <a:xfrm xmlns:a="http://schemas.openxmlformats.org/drawingml/2006/main">
            <a:off x="6229350" y="3171825"/>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D9A95B"/>
                </a:solidFill>
                <a:latin typeface="Nimbus Sans"/>
                <a:ea typeface="Nimbus Sans"/>
                <a:cs typeface="Nimbus Sans"/>
              </a:defRPr>
            </a:pPr>
            <a:r>
              <a:rPr sz="1800" b="1" i="0">
                <a:solidFill>
                  <a:srgbClr val="D9A95B"/>
                </a:solidFill>
                <a:latin typeface="Nimbus Sans"/>
                <a:ea typeface="Nimbus Sans"/>
                <a:cs typeface="Nimbus Sans"/>
              </a:rPr>
              <a:t>✓</a:t>
            </a:r>
          </a:p>
        </p:txBody>
      </p:sp>
      <p:sp>
        <p:nvSpPr>
          <p:cNvPr id="13" name="">
            <a:extLst xmlns:a="http://schemas.openxmlformats.org/drawingml/2006/main">
              <a:ext uri="{FF2B5EF4-FFF2-40B4-BE49-F238E27FC236}">
                <a16:creationId xmlns:a16="http://schemas.microsoft.com/office/drawing/2014/main" id="{7B6F627A-69AE-47A5-A896-97CB9E9F4A64}"/>
              </a:ext>
            </a:extLst>
          </p:cNvPr>
          <p:cNvSpPr>
            <a:spLocks xmlns:a="http://schemas.openxmlformats.org/drawingml/2006/main" noGrp="1"/>
          </p:cNvSpPr>
          <p:nvPr/>
        </p:nvSpPr>
        <p:spPr>
          <a:xfrm xmlns:a="http://schemas.openxmlformats.org/drawingml/2006/main">
            <a:off x="6705600" y="317182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EEF1F4"/>
                </a:solidFill>
                <a:latin typeface="Nimbus Sans"/>
                <a:ea typeface="Nimbus Sans"/>
                <a:cs typeface="Nimbus Sans"/>
              </a:defRPr>
            </a:pPr>
            <a:r>
              <a:rPr sz="1425" b="0" i="0">
                <a:solidFill>
                  <a:srgbClr val="EEF1F4"/>
                </a:solidFill>
                <a:latin typeface="Nimbus Sans"/>
                <a:ea typeface="Nimbus Sans"/>
                <a:cs typeface="Nimbus Sans"/>
              </a:rPr>
              <a:t>The story balances romance with friendship, career, and family consequences.</a:t>
            </a:r>
          </a:p>
        </p:txBody>
      </p:sp>
      <p:sp>
        <p:nvSpPr>
          <p:cNvPr id="14" name="">
            <a:extLst xmlns:a="http://schemas.openxmlformats.org/drawingml/2006/main">
              <a:ext uri="{FF2B5EF4-FFF2-40B4-BE49-F238E27FC236}">
                <a16:creationId xmlns:a16="http://schemas.microsoft.com/office/drawing/2014/main" id="{CB37FFE5-36A0-4121-84A7-486D6552C16D}"/>
              </a:ext>
            </a:extLst>
          </p:cNvPr>
          <p:cNvSpPr>
            <a:spLocks xmlns:a="http://schemas.openxmlformats.org/drawingml/2006/main" noGrp="1"/>
          </p:cNvSpPr>
          <p:nvPr/>
        </p:nvSpPr>
        <p:spPr>
          <a:xfrm xmlns:a="http://schemas.openxmlformats.org/drawingml/2006/main">
            <a:off x="6705600" y="4048125"/>
            <a:ext cx="4619625" cy="0"/>
          </a:xfrm>
          <a:prstGeom xmlns:a="http://schemas.openxmlformats.org/drawingml/2006/main" prst="line">
            <a:avLst/>
          </a:prstGeom>
          <a:noFill xmlns:a="http://schemas.openxmlformats.org/drawingml/2006/main"/>
          <a:ln xmlns:a="http://schemas.openxmlformats.org/drawingml/2006/main" w="9525">
            <a:solidFill>
              <a:srgbClr val="26354A"/>
            </a:solidFill>
            <a:prstDash val="solid"/>
          </a:ln>
        </p:spPr>
      </p:sp>
      <p:sp>
        <p:nvSpPr>
          <p:cNvPr id="15" name="">
            <a:extLst xmlns:a="http://schemas.openxmlformats.org/drawingml/2006/main">
              <a:ext uri="{FF2B5EF4-FFF2-40B4-BE49-F238E27FC236}">
                <a16:creationId xmlns:a16="http://schemas.microsoft.com/office/drawing/2014/main" id="{2D476A6B-0A67-4D48-AA9A-CC5E71DB3799}"/>
              </a:ext>
            </a:extLst>
          </p:cNvPr>
          <p:cNvSpPr>
            <a:spLocks xmlns:a="http://schemas.openxmlformats.org/drawingml/2006/main" noGrp="1"/>
          </p:cNvSpPr>
          <p:nvPr/>
        </p:nvSpPr>
        <p:spPr>
          <a:xfrm xmlns:a="http://schemas.openxmlformats.org/drawingml/2006/main">
            <a:off x="590550" y="4371975"/>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D9A95B"/>
                </a:solidFill>
                <a:latin typeface="Nimbus Sans"/>
                <a:ea typeface="Nimbus Sans"/>
                <a:cs typeface="Nimbus Sans"/>
              </a:defRPr>
            </a:pPr>
            <a:r>
              <a:rPr sz="1800" b="1" i="0">
                <a:solidFill>
                  <a:srgbClr val="D9A95B"/>
                </a:solidFill>
                <a:latin typeface="Nimbus Sans"/>
                <a:ea typeface="Nimbus Sans"/>
                <a:cs typeface="Nimbus Sans"/>
              </a:rPr>
              <a:t>✓</a:t>
            </a:r>
          </a:p>
        </p:txBody>
      </p:sp>
      <p:sp>
        <p:nvSpPr>
          <p:cNvPr id="16" name="">
            <a:extLst xmlns:a="http://schemas.openxmlformats.org/drawingml/2006/main">
              <a:ext uri="{FF2B5EF4-FFF2-40B4-BE49-F238E27FC236}">
                <a16:creationId xmlns:a16="http://schemas.microsoft.com/office/drawing/2014/main" id="{EEFBD352-2E2A-49B5-AC49-ED3DE421E6B4}"/>
              </a:ext>
            </a:extLst>
          </p:cNvPr>
          <p:cNvSpPr>
            <a:spLocks xmlns:a="http://schemas.openxmlformats.org/drawingml/2006/main" noGrp="1"/>
          </p:cNvSpPr>
          <p:nvPr/>
        </p:nvSpPr>
        <p:spPr>
          <a:xfrm xmlns:a="http://schemas.openxmlformats.org/drawingml/2006/main">
            <a:off x="1066800" y="437197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EEF1F4"/>
                </a:solidFill>
                <a:latin typeface="Nimbus Sans"/>
                <a:ea typeface="Nimbus Sans"/>
                <a:cs typeface="Nimbus Sans"/>
              </a:defRPr>
            </a:pPr>
            <a:r>
              <a:rPr sz="1425" b="0" i="0">
                <a:solidFill>
                  <a:srgbClr val="EEF1F4"/>
                </a:solidFill>
                <a:latin typeface="Nimbus Sans"/>
                <a:ea typeface="Nimbus Sans"/>
                <a:cs typeface="Nimbus Sans"/>
              </a:rPr>
              <a:t>A contained feature scale supports premium locations without spectacle-level cost.</a:t>
            </a:r>
          </a:p>
        </p:txBody>
      </p:sp>
      <p:sp>
        <p:nvSpPr>
          <p:cNvPr id="17" name="">
            <a:extLst xmlns:a="http://schemas.openxmlformats.org/drawingml/2006/main">
              <a:ext uri="{FF2B5EF4-FFF2-40B4-BE49-F238E27FC236}">
                <a16:creationId xmlns:a16="http://schemas.microsoft.com/office/drawing/2014/main" id="{377EE30A-63F5-40F1-A504-ED49D26802AC}"/>
              </a:ext>
            </a:extLst>
          </p:cNvPr>
          <p:cNvSpPr>
            <a:spLocks xmlns:a="http://schemas.openxmlformats.org/drawingml/2006/main" noGrp="1"/>
          </p:cNvSpPr>
          <p:nvPr/>
        </p:nvSpPr>
        <p:spPr>
          <a:xfrm xmlns:a="http://schemas.openxmlformats.org/drawingml/2006/main">
            <a:off x="6229350" y="4371975"/>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D9A95B"/>
                </a:solidFill>
                <a:latin typeface="Nimbus Sans"/>
                <a:ea typeface="Nimbus Sans"/>
                <a:cs typeface="Nimbus Sans"/>
              </a:defRPr>
            </a:pPr>
            <a:r>
              <a:rPr sz="1800" b="1" i="0">
                <a:solidFill>
                  <a:srgbClr val="D9A95B"/>
                </a:solidFill>
                <a:latin typeface="Nimbus Sans"/>
                <a:ea typeface="Nimbus Sans"/>
                <a:cs typeface="Nimbus Sans"/>
              </a:rPr>
              <a:t>✓</a:t>
            </a:r>
          </a:p>
        </p:txBody>
      </p:sp>
      <p:sp>
        <p:nvSpPr>
          <p:cNvPr id="18" name="">
            <a:extLst xmlns:a="http://schemas.openxmlformats.org/drawingml/2006/main">
              <a:ext uri="{FF2B5EF4-FFF2-40B4-BE49-F238E27FC236}">
                <a16:creationId xmlns:a16="http://schemas.microsoft.com/office/drawing/2014/main" id="{B943DA3B-DB18-4133-A31F-BB94B0E84B6C}"/>
              </a:ext>
            </a:extLst>
          </p:cNvPr>
          <p:cNvSpPr>
            <a:spLocks xmlns:a="http://schemas.openxmlformats.org/drawingml/2006/main" noGrp="1"/>
          </p:cNvSpPr>
          <p:nvPr/>
        </p:nvSpPr>
        <p:spPr>
          <a:xfrm xmlns:a="http://schemas.openxmlformats.org/drawingml/2006/main">
            <a:off x="6705600" y="437197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425" b="0" i="0">
                <a:solidFill>
                  <a:srgbClr val="EEF1F4"/>
                </a:solidFill>
                <a:latin typeface="Nimbus Sans"/>
                <a:ea typeface="Nimbus Sans"/>
                <a:cs typeface="Nimbus Sans"/>
              </a:defRPr>
            </a:pPr>
            <a:r>
              <a:rPr sz="1425" b="0" i="0">
                <a:solidFill>
                  <a:srgbClr val="EEF1F4"/>
                </a:solidFill>
                <a:latin typeface="Nimbus Sans"/>
                <a:ea typeface="Nimbus Sans"/>
                <a:cs typeface="Nimbus Sans"/>
              </a:rPr>
              <a:t>The StandBy business can generate future clients, conflicts, and companion stories.</a:t>
            </a:r>
          </a:p>
        </p:txBody>
      </p:sp>
      <p:sp>
        <p:nvSpPr>
          <p:cNvPr id="19" name="">
            <a:extLst xmlns:a="http://schemas.openxmlformats.org/drawingml/2006/main">
              <a:ext uri="{FF2B5EF4-FFF2-40B4-BE49-F238E27FC236}">
                <a16:creationId xmlns:a16="http://schemas.microsoft.com/office/drawing/2014/main" id="{3BD5D047-2910-4FB1-83FC-5DDEC7F0C6BB}"/>
              </a:ext>
            </a:extLst>
          </p:cNvPr>
          <p:cNvSpPr>
            <a:spLocks xmlns:a="http://schemas.openxmlformats.org/drawingml/2006/main" noGrp="1"/>
          </p:cNvSpPr>
          <p:nvPr/>
        </p:nvSpPr>
        <p:spPr>
          <a:xfrm xmlns:a="http://schemas.openxmlformats.org/drawingml/2006/main">
            <a:off x="590550" y="5781675"/>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C96555"/>
                </a:solidFill>
                <a:latin typeface="Nimbus Sans"/>
                <a:ea typeface="Nimbus Sans"/>
                <a:cs typeface="Nimbus Sans"/>
              </a:defRPr>
            </a:pPr>
            <a:r>
              <a:rPr sz="900" b="1" i="0">
                <a:solidFill>
                  <a:srgbClr val="C96555"/>
                </a:solidFill>
                <a:latin typeface="Nimbus Sans"/>
                <a:ea typeface="Nimbus Sans"/>
                <a:cs typeface="Nimbus Sans"/>
              </a:rPr>
              <a:t>SECONDARY POSITIONING</a:t>
            </a:r>
          </a:p>
        </p:txBody>
      </p:sp>
      <p:sp>
        <p:nvSpPr>
          <p:cNvPr id="20" name="">
            <a:extLst xmlns:a="http://schemas.openxmlformats.org/drawingml/2006/main">
              <a:ext uri="{FF2B5EF4-FFF2-40B4-BE49-F238E27FC236}">
                <a16:creationId xmlns:a16="http://schemas.microsoft.com/office/drawing/2014/main" id="{A440F8AE-0FEF-497B-BA1C-A2C754DA23AD}"/>
              </a:ext>
            </a:extLst>
          </p:cNvPr>
          <p:cNvSpPr>
            <a:spLocks xmlns:a="http://schemas.openxmlformats.org/drawingml/2006/main" noGrp="1"/>
          </p:cNvSpPr>
          <p:nvPr/>
        </p:nvSpPr>
        <p:spPr>
          <a:xfrm xmlns:a="http://schemas.openxmlformats.org/drawingml/2006/main">
            <a:off x="2552700" y="5781675"/>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C9D0D8"/>
                </a:solidFill>
                <a:latin typeface="Nimbus Sans"/>
                <a:ea typeface="Nimbus Sans"/>
                <a:cs typeface="Nimbus Sans"/>
              </a:defRPr>
            </a:pPr>
            <a:r>
              <a:rPr sz="1125" b="1" i="0">
                <a:solidFill>
                  <a:srgbClr val="C9D0D8"/>
                </a:solidFill>
                <a:latin typeface="Nimbus Sans"/>
                <a:ea typeface="Nimbus Sans"/>
                <a:cs typeface="Nimbus Sans"/>
              </a:rPr>
              <a:t>Netflix  /  Amazon MGM  /  Tubi  /  OWN</a:t>
            </a:r>
          </a:p>
        </p:txBody>
      </p:sp>
      <p:sp>
        <p:nvSpPr>
          <p:cNvPr id="21" name="">
            <a:extLst xmlns:a="http://schemas.openxmlformats.org/drawingml/2006/main">
              <a:ext uri="{FF2B5EF4-FFF2-40B4-BE49-F238E27FC236}">
                <a16:creationId xmlns:a16="http://schemas.microsoft.com/office/drawing/2014/main" id="{E8E004EB-B6AB-4319-A8AC-C59885D70CE5}"/>
              </a:ext>
            </a:extLst>
          </p:cNvPr>
          <p:cNvSpPr>
            <a:spLocks xmlns:a="http://schemas.openxmlformats.org/drawingml/2006/main" noGrp="1"/>
          </p:cNvSpPr>
          <p:nvPr/>
        </p:nvSpPr>
        <p:spPr>
          <a:xfrm xmlns:a="http://schemas.openxmlformats.org/drawingml/2006/main">
            <a:off x="571500" y="648652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NCCA ENTERTAINMENT</a:t>
            </a:r>
          </a:p>
        </p:txBody>
      </p:sp>
      <p:sp>
        <p:nvSpPr>
          <p:cNvPr id="22" name="">
            <a:extLst xmlns:a="http://schemas.openxmlformats.org/drawingml/2006/main">
              <a:ext uri="{FF2B5EF4-FFF2-40B4-BE49-F238E27FC236}">
                <a16:creationId xmlns:a16="http://schemas.microsoft.com/office/drawing/2014/main" id="{6EA3A4A1-3163-4665-BBC4-9938D5FE75AC}"/>
              </a:ext>
            </a:extLst>
          </p:cNvPr>
          <p:cNvSpPr>
            <a:spLocks xmlns:a="http://schemas.openxmlformats.org/drawingml/2006/main" noGrp="1"/>
          </p:cNvSpPr>
          <p:nvPr/>
        </p:nvSpPr>
        <p:spPr>
          <a:xfrm xmlns:a="http://schemas.openxmlformats.org/drawingml/2006/main">
            <a:off x="1123950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D7D9DD"/>
                </a:solidFill>
                <a:latin typeface="Nimbus Sans"/>
                <a:ea typeface="Nimbus Sans"/>
                <a:cs typeface="Nimbus Sans"/>
              </a:defRPr>
            </a:pPr>
            <a:r>
              <a:rPr sz="750" b="1" i="0">
                <a:solidFill>
                  <a:srgbClr val="D7D9DD"/>
                </a:solidFill>
                <a:latin typeface="Nimbus Sans"/>
                <a:ea typeface="Nimbus Sans"/>
                <a:cs typeface="Nimbus Sans"/>
              </a:rPr>
              <a:t>11</a:t>
            </a:r>
          </a:p>
        </p:txBody>
      </p:sp>
    </p:spTree>
    <p:extLst>
      <p:ext uri="{BB962C8B-B14F-4D97-AF65-F5344CB8AC3E}">
        <p14:creationId xmlns:p14="http://schemas.microsoft.com/office/powerpoint/2010/main" val="1538005921"/>
      </p:ext>
    </p:extLst>
  </p:cSld>
</p:sld>
</file>

<file path=ppt/slides/slide12.xml><?xml version="1.0" encoding="utf-8"?>
<p:sld xmlns:p="http://schemas.openxmlformats.org/presentationml/2006/main">
  <p:cSld>
    <p:bg>
      <p:bgPr>
        <a:solidFill xmlns:a="http://schemas.openxmlformats.org/drawingml/2006/main">
          <a:srgbClr val="F4EBDD"/>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E22F2DD-10FA-46AE-A459-AC4A00EB8C65}"/>
              </a:ext>
            </a:extLst>
          </p:cNvPr>
          <p:cNvSpPr>
            <a:spLocks xmlns:a="http://schemas.openxmlformats.org/drawingml/2006/main" noGrp="1"/>
          </p:cNvSpPr>
          <p:nvPr/>
        </p:nvSpPr>
        <p:spPr>
          <a:xfrm xmlns:a="http://schemas.openxmlformats.org/drawingml/2006/main">
            <a:off x="590550" y="466725"/>
            <a:ext cx="561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0B1324"/>
                </a:solidFill>
                <a:latin typeface="Nimbus Sans"/>
                <a:ea typeface="Nimbus Sans"/>
                <a:cs typeface="Nimbus Sans"/>
              </a:defRPr>
            </a:pPr>
            <a:r>
              <a:rPr sz="2250" b="1" i="0">
                <a:solidFill>
                  <a:srgbClr val="0B1324"/>
                </a:solidFill>
                <a:latin typeface="Nimbus Sans"/>
                <a:ea typeface="Nimbus Sans"/>
                <a:cs typeface="Nimbus Sans"/>
              </a:rPr>
              <a:t>PACKAGE &amp; NEXT STEPS</a:t>
            </a:r>
          </a:p>
        </p:txBody>
      </p:sp>
      <p:sp>
        <p:nvSpPr>
          <p:cNvPr id="2" name="">
            <a:extLst xmlns:a="http://schemas.openxmlformats.org/drawingml/2006/main">
              <a:ext uri="{FF2B5EF4-FFF2-40B4-BE49-F238E27FC236}">
                <a16:creationId xmlns:a16="http://schemas.microsoft.com/office/drawing/2014/main" id="{E5E15082-407B-494A-B476-5E752A7CD493}"/>
              </a:ext>
            </a:extLst>
          </p:cNvPr>
          <p:cNvSpPr>
            <a:spLocks xmlns:a="http://schemas.openxmlformats.org/drawingml/2006/main" noGrp="1"/>
          </p:cNvSpPr>
          <p:nvPr/>
        </p:nvSpPr>
        <p:spPr>
          <a:xfrm xmlns:a="http://schemas.openxmlformats.org/drawingml/2006/main">
            <a:off x="590550" y="12192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C96555"/>
                </a:solidFill>
                <a:latin typeface="Nimbus Sans"/>
                <a:ea typeface="Nimbus Sans"/>
                <a:cs typeface="Nimbus Sans"/>
              </a:defRPr>
            </a:pPr>
            <a:r>
              <a:rPr sz="1050" b="1" i="0">
                <a:solidFill>
                  <a:srgbClr val="C96555"/>
                </a:solidFill>
                <a:latin typeface="Nimbus Sans"/>
                <a:ea typeface="Nimbus Sans"/>
                <a:cs typeface="Nimbus Sans"/>
              </a:rPr>
              <a:t>AVAILABLE NOW</a:t>
            </a:r>
          </a:p>
        </p:txBody>
      </p:sp>
      <p:sp>
        <p:nvSpPr>
          <p:cNvPr id="3" name="">
            <a:extLst xmlns:a="http://schemas.openxmlformats.org/drawingml/2006/main">
              <a:ext uri="{FF2B5EF4-FFF2-40B4-BE49-F238E27FC236}">
                <a16:creationId xmlns:a16="http://schemas.microsoft.com/office/drawing/2014/main" id="{8508E0D5-CD03-4703-883A-3FBEC08CAF7B}"/>
              </a:ext>
            </a:extLst>
          </p:cNvPr>
          <p:cNvSpPr>
            <a:spLocks xmlns:a="http://schemas.openxmlformats.org/drawingml/2006/main" noGrp="1"/>
          </p:cNvSpPr>
          <p:nvPr/>
        </p:nvSpPr>
        <p:spPr>
          <a:xfrm xmlns:a="http://schemas.openxmlformats.org/drawingml/2006/main">
            <a:off x="590550" y="1704975"/>
            <a:ext cx="28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35566F"/>
                </a:solidFill>
                <a:latin typeface="Nimbus Sans"/>
                <a:ea typeface="Nimbus Sans"/>
                <a:cs typeface="Nimbus Sans"/>
              </a:defRPr>
            </a:pPr>
            <a:r>
              <a:rPr sz="1350" b="1" i="0">
                <a:solidFill>
                  <a:srgbClr val="35566F"/>
                </a:solidFill>
                <a:latin typeface="Nimbus Sans"/>
                <a:ea typeface="Nimbus Sans"/>
                <a:cs typeface="Nimbus Sans"/>
              </a:rPr>
              <a:t>✓</a:t>
            </a:r>
          </a:p>
        </p:txBody>
      </p:sp>
      <p:sp>
        <p:nvSpPr>
          <p:cNvPr id="4" name="">
            <a:extLst xmlns:a="http://schemas.openxmlformats.org/drawingml/2006/main">
              <a:ext uri="{FF2B5EF4-FFF2-40B4-BE49-F238E27FC236}">
                <a16:creationId xmlns:a16="http://schemas.microsoft.com/office/drawing/2014/main" id="{5D3504B3-29F1-4753-90AC-25FB00A6395C}"/>
              </a:ext>
            </a:extLst>
          </p:cNvPr>
          <p:cNvSpPr>
            <a:spLocks xmlns:a="http://schemas.openxmlformats.org/drawingml/2006/main" noGrp="1"/>
          </p:cNvSpPr>
          <p:nvPr/>
        </p:nvSpPr>
        <p:spPr>
          <a:xfrm xmlns:a="http://schemas.openxmlformats.org/drawingml/2006/main">
            <a:off x="942975" y="170497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21725"/>
                </a:solidFill>
                <a:latin typeface="Nimbus Sans"/>
                <a:ea typeface="Nimbus Sans"/>
                <a:cs typeface="Nimbus Sans"/>
              </a:defRPr>
            </a:pPr>
            <a:r>
              <a:rPr sz="1350" b="0" i="0">
                <a:solidFill>
                  <a:srgbClr val="121725"/>
                </a:solidFill>
                <a:latin typeface="Nimbus Sans"/>
                <a:ea typeface="Nimbus Sans"/>
                <a:cs typeface="Nimbus Sans"/>
              </a:rPr>
              <a:t>Feature screenplay</a:t>
            </a:r>
          </a:p>
        </p:txBody>
      </p:sp>
      <p:sp>
        <p:nvSpPr>
          <p:cNvPr id="5" name="">
            <a:extLst xmlns:a="http://schemas.openxmlformats.org/drawingml/2006/main">
              <a:ext uri="{FF2B5EF4-FFF2-40B4-BE49-F238E27FC236}">
                <a16:creationId xmlns:a16="http://schemas.microsoft.com/office/drawing/2014/main" id="{82B0338E-6A04-41B0-9A99-22C0313CC707}"/>
              </a:ext>
            </a:extLst>
          </p:cNvPr>
          <p:cNvSpPr>
            <a:spLocks xmlns:a="http://schemas.openxmlformats.org/drawingml/2006/main" noGrp="1"/>
          </p:cNvSpPr>
          <p:nvPr/>
        </p:nvSpPr>
        <p:spPr>
          <a:xfrm xmlns:a="http://schemas.openxmlformats.org/drawingml/2006/main">
            <a:off x="590550" y="2152650"/>
            <a:ext cx="28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35566F"/>
                </a:solidFill>
                <a:latin typeface="Nimbus Sans"/>
                <a:ea typeface="Nimbus Sans"/>
                <a:cs typeface="Nimbus Sans"/>
              </a:defRPr>
            </a:pPr>
            <a:r>
              <a:rPr sz="1350" b="1" i="0">
                <a:solidFill>
                  <a:srgbClr val="35566F"/>
                </a:solidFill>
                <a:latin typeface="Nimbus Sans"/>
                <a:ea typeface="Nimbus Sans"/>
                <a:cs typeface="Nimbus Sans"/>
              </a:rPr>
              <a:t>✓</a:t>
            </a:r>
          </a:p>
        </p:txBody>
      </p:sp>
      <p:sp>
        <p:nvSpPr>
          <p:cNvPr id="6" name="">
            <a:extLst xmlns:a="http://schemas.openxmlformats.org/drawingml/2006/main">
              <a:ext uri="{FF2B5EF4-FFF2-40B4-BE49-F238E27FC236}">
                <a16:creationId xmlns:a16="http://schemas.microsoft.com/office/drawing/2014/main" id="{30C7A8DA-66A0-4516-B22E-0A722A34E33E}"/>
              </a:ext>
            </a:extLst>
          </p:cNvPr>
          <p:cNvSpPr>
            <a:spLocks xmlns:a="http://schemas.openxmlformats.org/drawingml/2006/main" noGrp="1"/>
          </p:cNvSpPr>
          <p:nvPr/>
        </p:nvSpPr>
        <p:spPr>
          <a:xfrm xmlns:a="http://schemas.openxmlformats.org/drawingml/2006/main">
            <a:off x="942975" y="21526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21725"/>
                </a:solidFill>
                <a:latin typeface="Nimbus Sans"/>
                <a:ea typeface="Nimbus Sans"/>
                <a:cs typeface="Nimbus Sans"/>
              </a:defRPr>
            </a:pPr>
            <a:r>
              <a:rPr sz="1350" b="0" i="0">
                <a:solidFill>
                  <a:srgbClr val="121725"/>
                </a:solidFill>
                <a:latin typeface="Nimbus Sans"/>
                <a:ea typeface="Nimbus Sans"/>
                <a:cs typeface="Nimbus Sans"/>
              </a:rPr>
              <a:t>Pitch deck</a:t>
            </a:r>
          </a:p>
        </p:txBody>
      </p:sp>
      <p:sp>
        <p:nvSpPr>
          <p:cNvPr id="7" name="">
            <a:extLst xmlns:a="http://schemas.openxmlformats.org/drawingml/2006/main">
              <a:ext uri="{FF2B5EF4-FFF2-40B4-BE49-F238E27FC236}">
                <a16:creationId xmlns:a16="http://schemas.microsoft.com/office/drawing/2014/main" id="{AE70CDE6-2B10-4DA6-BEA3-379CD1450C5A}"/>
              </a:ext>
            </a:extLst>
          </p:cNvPr>
          <p:cNvSpPr>
            <a:spLocks xmlns:a="http://schemas.openxmlformats.org/drawingml/2006/main" noGrp="1"/>
          </p:cNvSpPr>
          <p:nvPr/>
        </p:nvSpPr>
        <p:spPr>
          <a:xfrm xmlns:a="http://schemas.openxmlformats.org/drawingml/2006/main">
            <a:off x="590550" y="2600325"/>
            <a:ext cx="28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35566F"/>
                </a:solidFill>
                <a:latin typeface="Nimbus Sans"/>
                <a:ea typeface="Nimbus Sans"/>
                <a:cs typeface="Nimbus Sans"/>
              </a:defRPr>
            </a:pPr>
            <a:r>
              <a:rPr sz="1350" b="1" i="0">
                <a:solidFill>
                  <a:srgbClr val="35566F"/>
                </a:solidFill>
                <a:latin typeface="Nimbus Sans"/>
                <a:ea typeface="Nimbus Sans"/>
                <a:cs typeface="Nimbus Sans"/>
              </a:rPr>
              <a:t>✓</a:t>
            </a:r>
          </a:p>
        </p:txBody>
      </p:sp>
      <p:sp>
        <p:nvSpPr>
          <p:cNvPr id="8" name="">
            <a:extLst xmlns:a="http://schemas.openxmlformats.org/drawingml/2006/main">
              <a:ext uri="{FF2B5EF4-FFF2-40B4-BE49-F238E27FC236}">
                <a16:creationId xmlns:a16="http://schemas.microsoft.com/office/drawing/2014/main" id="{E0D91B07-4888-4242-8C1E-B72C95DB518B}"/>
              </a:ext>
            </a:extLst>
          </p:cNvPr>
          <p:cNvSpPr>
            <a:spLocks xmlns:a="http://schemas.openxmlformats.org/drawingml/2006/main" noGrp="1"/>
          </p:cNvSpPr>
          <p:nvPr/>
        </p:nvSpPr>
        <p:spPr>
          <a:xfrm xmlns:a="http://schemas.openxmlformats.org/drawingml/2006/main">
            <a:off x="942975" y="260032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21725"/>
                </a:solidFill>
                <a:latin typeface="Nimbus Sans"/>
                <a:ea typeface="Nimbus Sans"/>
                <a:cs typeface="Nimbus Sans"/>
              </a:defRPr>
            </a:pPr>
            <a:r>
              <a:rPr sz="1350" b="0" i="0">
                <a:solidFill>
                  <a:srgbClr val="121725"/>
                </a:solidFill>
                <a:latin typeface="Nimbus Sans"/>
                <a:ea typeface="Nimbus Sans"/>
                <a:cs typeface="Nimbus Sans"/>
              </a:rPr>
              <a:t>16:9 key art</a:t>
            </a:r>
          </a:p>
        </p:txBody>
      </p:sp>
      <p:sp>
        <p:nvSpPr>
          <p:cNvPr id="9" name="">
            <a:extLst xmlns:a="http://schemas.openxmlformats.org/drawingml/2006/main">
              <a:ext uri="{FF2B5EF4-FFF2-40B4-BE49-F238E27FC236}">
                <a16:creationId xmlns:a16="http://schemas.microsoft.com/office/drawing/2014/main" id="{F6B5836E-8BE5-4EA0-B696-59863CA10335}"/>
              </a:ext>
            </a:extLst>
          </p:cNvPr>
          <p:cNvSpPr>
            <a:spLocks xmlns:a="http://schemas.openxmlformats.org/drawingml/2006/main" noGrp="1"/>
          </p:cNvSpPr>
          <p:nvPr/>
        </p:nvSpPr>
        <p:spPr>
          <a:xfrm xmlns:a="http://schemas.openxmlformats.org/drawingml/2006/main">
            <a:off x="590550" y="3048000"/>
            <a:ext cx="28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35566F"/>
                </a:solidFill>
                <a:latin typeface="Nimbus Sans"/>
                <a:ea typeface="Nimbus Sans"/>
                <a:cs typeface="Nimbus Sans"/>
              </a:defRPr>
            </a:pPr>
            <a:r>
              <a:rPr sz="1350" b="1" i="0">
                <a:solidFill>
                  <a:srgbClr val="35566F"/>
                </a:solidFill>
                <a:latin typeface="Nimbus Sans"/>
                <a:ea typeface="Nimbus Sans"/>
                <a:cs typeface="Nimbus Sans"/>
              </a:rPr>
              <a:t>✓</a:t>
            </a:r>
          </a:p>
        </p:txBody>
      </p:sp>
      <p:sp>
        <p:nvSpPr>
          <p:cNvPr id="10" name="">
            <a:extLst xmlns:a="http://schemas.openxmlformats.org/drawingml/2006/main">
              <a:ext uri="{FF2B5EF4-FFF2-40B4-BE49-F238E27FC236}">
                <a16:creationId xmlns:a16="http://schemas.microsoft.com/office/drawing/2014/main" id="{BBA7D97B-AEBC-48EC-A78D-0A9B1CB14272}"/>
              </a:ext>
            </a:extLst>
          </p:cNvPr>
          <p:cNvSpPr>
            <a:spLocks xmlns:a="http://schemas.openxmlformats.org/drawingml/2006/main" noGrp="1"/>
          </p:cNvSpPr>
          <p:nvPr/>
        </p:nvSpPr>
        <p:spPr>
          <a:xfrm xmlns:a="http://schemas.openxmlformats.org/drawingml/2006/main">
            <a:off x="942975" y="30480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21725"/>
                </a:solidFill>
                <a:latin typeface="Nimbus Sans"/>
                <a:ea typeface="Nimbus Sans"/>
                <a:cs typeface="Nimbus Sans"/>
              </a:defRPr>
            </a:pPr>
            <a:r>
              <a:rPr sz="1350" b="0" i="0">
                <a:solidFill>
                  <a:srgbClr val="121725"/>
                </a:solidFill>
                <a:latin typeface="Nimbus Sans"/>
                <a:ea typeface="Nimbus Sans"/>
                <a:cs typeface="Nimbus Sans"/>
              </a:rPr>
              <a:t>Casting wishlist</a:t>
            </a:r>
          </a:p>
        </p:txBody>
      </p:sp>
      <p:sp>
        <p:nvSpPr>
          <p:cNvPr id="11" name="">
            <a:extLst xmlns:a="http://schemas.openxmlformats.org/drawingml/2006/main">
              <a:ext uri="{FF2B5EF4-FFF2-40B4-BE49-F238E27FC236}">
                <a16:creationId xmlns:a16="http://schemas.microsoft.com/office/drawing/2014/main" id="{567BAAAA-E71E-4852-ACBB-CE530F371E89}"/>
              </a:ext>
            </a:extLst>
          </p:cNvPr>
          <p:cNvSpPr>
            <a:spLocks xmlns:a="http://schemas.openxmlformats.org/drawingml/2006/main" noGrp="1"/>
          </p:cNvSpPr>
          <p:nvPr/>
        </p:nvSpPr>
        <p:spPr>
          <a:xfrm xmlns:a="http://schemas.openxmlformats.org/drawingml/2006/main">
            <a:off x="590550" y="3495675"/>
            <a:ext cx="28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35566F"/>
                </a:solidFill>
                <a:latin typeface="Nimbus Sans"/>
                <a:ea typeface="Nimbus Sans"/>
                <a:cs typeface="Nimbus Sans"/>
              </a:defRPr>
            </a:pPr>
            <a:r>
              <a:rPr sz="1350" b="1" i="0">
                <a:solidFill>
                  <a:srgbClr val="35566F"/>
                </a:solidFill>
                <a:latin typeface="Nimbus Sans"/>
                <a:ea typeface="Nimbus Sans"/>
                <a:cs typeface="Nimbus Sans"/>
              </a:rPr>
              <a:t>✓</a:t>
            </a:r>
          </a:p>
        </p:txBody>
      </p:sp>
      <p:sp>
        <p:nvSpPr>
          <p:cNvPr id="12" name="">
            <a:extLst xmlns:a="http://schemas.openxmlformats.org/drawingml/2006/main">
              <a:ext uri="{FF2B5EF4-FFF2-40B4-BE49-F238E27FC236}">
                <a16:creationId xmlns:a16="http://schemas.microsoft.com/office/drawing/2014/main" id="{3104896D-CAFE-4335-8138-5D364EEB49EB}"/>
              </a:ext>
            </a:extLst>
          </p:cNvPr>
          <p:cNvSpPr>
            <a:spLocks xmlns:a="http://schemas.openxmlformats.org/drawingml/2006/main" noGrp="1"/>
          </p:cNvSpPr>
          <p:nvPr/>
        </p:nvSpPr>
        <p:spPr>
          <a:xfrm xmlns:a="http://schemas.openxmlformats.org/drawingml/2006/main">
            <a:off x="942975" y="349567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121725"/>
                </a:solidFill>
                <a:latin typeface="Nimbus Sans"/>
                <a:ea typeface="Nimbus Sans"/>
                <a:cs typeface="Nimbus Sans"/>
              </a:defRPr>
            </a:pPr>
            <a:r>
              <a:rPr sz="1350" b="0" i="0">
                <a:solidFill>
                  <a:srgbClr val="121725"/>
                </a:solidFill>
                <a:latin typeface="Nimbus Sans"/>
                <a:ea typeface="Nimbus Sans"/>
                <a:cs typeface="Nimbus Sans"/>
              </a:rPr>
              <a:t>Buyer positioning</a:t>
            </a:r>
          </a:p>
        </p:txBody>
      </p:sp>
      <p:sp>
        <p:nvSpPr>
          <p:cNvPr id="13" name="">
            <a:extLst xmlns:a="http://schemas.openxmlformats.org/drawingml/2006/main">
              <a:ext uri="{FF2B5EF4-FFF2-40B4-BE49-F238E27FC236}">
                <a16:creationId xmlns:a16="http://schemas.microsoft.com/office/drawing/2014/main" id="{0B55C97B-98E2-42AA-9E3D-FA765EA77EF6}"/>
              </a:ext>
            </a:extLst>
          </p:cNvPr>
          <p:cNvSpPr>
            <a:spLocks xmlns:a="http://schemas.openxmlformats.org/drawingml/2006/main" noGrp="1"/>
          </p:cNvSpPr>
          <p:nvPr/>
        </p:nvSpPr>
        <p:spPr>
          <a:xfrm xmlns:a="http://schemas.openxmlformats.org/drawingml/2006/main">
            <a:off x="4857750" y="1219200"/>
            <a:ext cx="0" cy="4000500"/>
          </a:xfrm>
          <a:prstGeom xmlns:a="http://schemas.openxmlformats.org/drawingml/2006/main" prst="line">
            <a:avLst/>
          </a:prstGeom>
          <a:noFill xmlns:a="http://schemas.openxmlformats.org/drawingml/2006/main"/>
          <a:ln xmlns:a="http://schemas.openxmlformats.org/drawingml/2006/main" w="19050">
            <a:solidFill>
              <a:srgbClr val="CCBEAA"/>
            </a:solidFill>
            <a:prstDash val="solid"/>
          </a:ln>
        </p:spPr>
      </p:sp>
      <p:sp>
        <p:nvSpPr>
          <p:cNvPr id="14" name="">
            <a:extLst xmlns:a="http://schemas.openxmlformats.org/drawingml/2006/main">
              <a:ext uri="{FF2B5EF4-FFF2-40B4-BE49-F238E27FC236}">
                <a16:creationId xmlns:a16="http://schemas.microsoft.com/office/drawing/2014/main" id="{952731CD-66DE-4A3B-BACB-CF1F63A47F84}"/>
              </a:ext>
            </a:extLst>
          </p:cNvPr>
          <p:cNvSpPr>
            <a:spLocks xmlns:a="http://schemas.openxmlformats.org/drawingml/2006/main" noGrp="1"/>
          </p:cNvSpPr>
          <p:nvPr/>
        </p:nvSpPr>
        <p:spPr>
          <a:xfrm xmlns:a="http://schemas.openxmlformats.org/drawingml/2006/main">
            <a:off x="5429250" y="12192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35566F"/>
                </a:solidFill>
                <a:latin typeface="Nimbus Sans"/>
                <a:ea typeface="Nimbus Sans"/>
                <a:cs typeface="Nimbus Sans"/>
              </a:defRPr>
            </a:pPr>
            <a:r>
              <a:rPr sz="1050" b="1" i="0">
                <a:solidFill>
                  <a:srgbClr val="35566F"/>
                </a:solidFill>
                <a:latin typeface="Nimbus Sans"/>
                <a:ea typeface="Nimbus Sans"/>
                <a:cs typeface="Nimbus Sans"/>
              </a:rPr>
              <a:t>NEXT STEPS</a:t>
            </a:r>
          </a:p>
        </p:txBody>
      </p:sp>
      <p:sp>
        <p:nvSpPr>
          <p:cNvPr id="15" name="">
            <a:extLst xmlns:a="http://schemas.openxmlformats.org/drawingml/2006/main">
              <a:ext uri="{FF2B5EF4-FFF2-40B4-BE49-F238E27FC236}">
                <a16:creationId xmlns:a16="http://schemas.microsoft.com/office/drawing/2014/main" id="{C4B4BC81-61FE-42F9-88E5-A9D4F46700CB}"/>
              </a:ext>
            </a:extLst>
          </p:cNvPr>
          <p:cNvSpPr>
            <a:spLocks xmlns:a="http://schemas.openxmlformats.org/drawingml/2006/main" noGrp="1"/>
          </p:cNvSpPr>
          <p:nvPr/>
        </p:nvSpPr>
        <p:spPr>
          <a:xfrm xmlns:a="http://schemas.openxmlformats.org/drawingml/2006/main">
            <a:off x="5429250" y="1724025"/>
            <a:ext cx="514350" cy="514350"/>
          </a:xfrm>
          <a:prstGeom xmlns:a="http://schemas.openxmlformats.org/drawingml/2006/main" prst="roundRect">
            <a:avLst>
              <a:gd name="adj" fmla="val 50000"/>
            </a:avLst>
          </a:prstGeom>
          <a:solidFill xmlns:a="http://schemas.openxmlformats.org/drawingml/2006/main">
            <a:srgbClr val="C9655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701AB83-F217-450C-941A-D1D4125F4685}"/>
              </a:ext>
            </a:extLst>
          </p:cNvPr>
          <p:cNvSpPr>
            <a:spLocks xmlns:a="http://schemas.openxmlformats.org/drawingml/2006/main" noGrp="1"/>
          </p:cNvSpPr>
          <p:nvPr/>
        </p:nvSpPr>
        <p:spPr>
          <a:xfrm xmlns:a="http://schemas.openxmlformats.org/drawingml/2006/main">
            <a:off x="5429250" y="18669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FFDF9"/>
                </a:solidFill>
                <a:latin typeface="Nimbus Sans"/>
                <a:ea typeface="Nimbus Sans"/>
                <a:cs typeface="Nimbus Sans"/>
              </a:defRPr>
            </a:pPr>
            <a:r>
              <a:rPr sz="1050" b="1" i="0">
                <a:solidFill>
                  <a:srgbClr val="FFFDF9"/>
                </a:solidFill>
                <a:latin typeface="Nimbus Sans"/>
                <a:ea typeface="Nimbus Sans"/>
                <a:cs typeface="Nimbus Sans"/>
              </a:rPr>
              <a:t>01</a:t>
            </a:r>
          </a:p>
        </p:txBody>
      </p:sp>
      <p:sp>
        <p:nvSpPr>
          <p:cNvPr id="17" name="">
            <a:extLst xmlns:a="http://schemas.openxmlformats.org/drawingml/2006/main">
              <a:ext uri="{FF2B5EF4-FFF2-40B4-BE49-F238E27FC236}">
                <a16:creationId xmlns:a16="http://schemas.microsoft.com/office/drawing/2014/main" id="{2DB11E24-2111-45A9-8E04-387A592DF143}"/>
              </a:ext>
            </a:extLst>
          </p:cNvPr>
          <p:cNvSpPr>
            <a:spLocks xmlns:a="http://schemas.openxmlformats.org/drawingml/2006/main" noGrp="1"/>
          </p:cNvSpPr>
          <p:nvPr/>
        </p:nvSpPr>
        <p:spPr>
          <a:xfrm xmlns:a="http://schemas.openxmlformats.org/drawingml/2006/main">
            <a:off x="6219825" y="172402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B1324"/>
                </a:solidFill>
                <a:latin typeface="Nimbus Sans"/>
                <a:ea typeface="Nimbus Sans"/>
                <a:cs typeface="Nimbus Sans"/>
              </a:defRPr>
            </a:pPr>
            <a:r>
              <a:rPr sz="1275" b="1" i="0">
                <a:solidFill>
                  <a:srgbClr val="0B1324"/>
                </a:solidFill>
                <a:latin typeface="Nimbus Sans"/>
                <a:ea typeface="Nimbus Sans"/>
                <a:cs typeface="Nimbus Sans"/>
              </a:rPr>
              <a:t>LOCK POLISH</a:t>
            </a:r>
          </a:p>
        </p:txBody>
      </p:sp>
      <p:sp>
        <p:nvSpPr>
          <p:cNvPr id="18" name="">
            <a:extLst xmlns:a="http://schemas.openxmlformats.org/drawingml/2006/main">
              <a:ext uri="{FF2B5EF4-FFF2-40B4-BE49-F238E27FC236}">
                <a16:creationId xmlns:a16="http://schemas.microsoft.com/office/drawing/2014/main" id="{788DDB5D-6D5D-4D92-8ED4-66F680CA00E4}"/>
              </a:ext>
            </a:extLst>
          </p:cNvPr>
          <p:cNvSpPr>
            <a:spLocks xmlns:a="http://schemas.openxmlformats.org/drawingml/2006/main" noGrp="1"/>
          </p:cNvSpPr>
          <p:nvPr/>
        </p:nvSpPr>
        <p:spPr>
          <a:xfrm xmlns:a="http://schemas.openxmlformats.org/drawingml/2006/main">
            <a:off x="6219825" y="2047875"/>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4E5964"/>
                </a:solidFill>
                <a:latin typeface="Nimbus Sans"/>
                <a:ea typeface="Nimbus Sans"/>
                <a:cs typeface="Nimbus Sans"/>
              </a:defRPr>
            </a:pPr>
            <a:r>
              <a:rPr sz="1200" b="0" i="0">
                <a:solidFill>
                  <a:srgbClr val="4E5964"/>
                </a:solidFill>
                <a:latin typeface="Nimbus Sans"/>
                <a:ea typeface="Nimbus Sans"/>
                <a:cs typeface="Nimbus Sans"/>
              </a:rPr>
              <a:t>Complete final logic and dialogue pass</a:t>
            </a:r>
          </a:p>
        </p:txBody>
      </p:sp>
      <p:sp>
        <p:nvSpPr>
          <p:cNvPr id="19" name="">
            <a:extLst xmlns:a="http://schemas.openxmlformats.org/drawingml/2006/main">
              <a:ext uri="{FF2B5EF4-FFF2-40B4-BE49-F238E27FC236}">
                <a16:creationId xmlns:a16="http://schemas.microsoft.com/office/drawing/2014/main" id="{C4EAD6FD-F611-40B8-8890-528F8A102F72}"/>
              </a:ext>
            </a:extLst>
          </p:cNvPr>
          <p:cNvSpPr>
            <a:spLocks xmlns:a="http://schemas.openxmlformats.org/drawingml/2006/main" noGrp="1"/>
          </p:cNvSpPr>
          <p:nvPr/>
        </p:nvSpPr>
        <p:spPr>
          <a:xfrm xmlns:a="http://schemas.openxmlformats.org/drawingml/2006/main">
            <a:off x="5686425" y="2247900"/>
            <a:ext cx="0" cy="352425"/>
          </a:xfrm>
          <a:prstGeom xmlns:a="http://schemas.openxmlformats.org/drawingml/2006/main" prst="line">
            <a:avLst/>
          </a:prstGeom>
          <a:noFill xmlns:a="http://schemas.openxmlformats.org/drawingml/2006/main"/>
          <a:ln xmlns:a="http://schemas.openxmlformats.org/drawingml/2006/main" w="19050">
            <a:solidFill>
              <a:srgbClr val="C0A673"/>
            </a:solidFill>
            <a:prstDash val="solid"/>
          </a:ln>
        </p:spPr>
      </p:sp>
      <p:sp>
        <p:nvSpPr>
          <p:cNvPr id="20" name="">
            <a:extLst xmlns:a="http://schemas.openxmlformats.org/drawingml/2006/main">
              <a:ext uri="{FF2B5EF4-FFF2-40B4-BE49-F238E27FC236}">
                <a16:creationId xmlns:a16="http://schemas.microsoft.com/office/drawing/2014/main" id="{82B05938-72D6-466F-A3AB-1317FF35B2EF}"/>
              </a:ext>
            </a:extLst>
          </p:cNvPr>
          <p:cNvSpPr>
            <a:spLocks xmlns:a="http://schemas.openxmlformats.org/drawingml/2006/main" noGrp="1"/>
          </p:cNvSpPr>
          <p:nvPr/>
        </p:nvSpPr>
        <p:spPr>
          <a:xfrm xmlns:a="http://schemas.openxmlformats.org/drawingml/2006/main">
            <a:off x="5429250" y="2600325"/>
            <a:ext cx="514350" cy="514350"/>
          </a:xfrm>
          <a:prstGeom xmlns:a="http://schemas.openxmlformats.org/drawingml/2006/main" prst="roundRect">
            <a:avLst>
              <a:gd name="adj" fmla="val 50000"/>
            </a:avLst>
          </a:prstGeom>
          <a:solidFill xmlns:a="http://schemas.openxmlformats.org/drawingml/2006/main">
            <a:srgbClr val="0B132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8CD784D-7BB3-4265-A2F7-173F350B6FC6}"/>
              </a:ext>
            </a:extLst>
          </p:cNvPr>
          <p:cNvSpPr>
            <a:spLocks xmlns:a="http://schemas.openxmlformats.org/drawingml/2006/main" noGrp="1"/>
          </p:cNvSpPr>
          <p:nvPr/>
        </p:nvSpPr>
        <p:spPr>
          <a:xfrm xmlns:a="http://schemas.openxmlformats.org/drawingml/2006/main">
            <a:off x="5429250" y="27432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FFDF9"/>
                </a:solidFill>
                <a:latin typeface="Nimbus Sans"/>
                <a:ea typeface="Nimbus Sans"/>
                <a:cs typeface="Nimbus Sans"/>
              </a:defRPr>
            </a:pPr>
            <a:r>
              <a:rPr sz="1050" b="1" i="0">
                <a:solidFill>
                  <a:srgbClr val="FFFDF9"/>
                </a:solidFill>
                <a:latin typeface="Nimbus Sans"/>
                <a:ea typeface="Nimbus Sans"/>
                <a:cs typeface="Nimbus Sans"/>
              </a:rPr>
              <a:t>02</a:t>
            </a:r>
          </a:p>
        </p:txBody>
      </p:sp>
      <p:sp>
        <p:nvSpPr>
          <p:cNvPr id="22" name="">
            <a:extLst xmlns:a="http://schemas.openxmlformats.org/drawingml/2006/main">
              <a:ext uri="{FF2B5EF4-FFF2-40B4-BE49-F238E27FC236}">
                <a16:creationId xmlns:a16="http://schemas.microsoft.com/office/drawing/2014/main" id="{C787FB21-ABA4-461C-8C25-D5B3563458E0}"/>
              </a:ext>
            </a:extLst>
          </p:cNvPr>
          <p:cNvSpPr>
            <a:spLocks xmlns:a="http://schemas.openxmlformats.org/drawingml/2006/main" noGrp="1"/>
          </p:cNvSpPr>
          <p:nvPr/>
        </p:nvSpPr>
        <p:spPr>
          <a:xfrm xmlns:a="http://schemas.openxmlformats.org/drawingml/2006/main">
            <a:off x="6219825" y="260032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B1324"/>
                </a:solidFill>
                <a:latin typeface="Nimbus Sans"/>
                <a:ea typeface="Nimbus Sans"/>
                <a:cs typeface="Nimbus Sans"/>
              </a:defRPr>
            </a:pPr>
            <a:r>
              <a:rPr sz="1275" b="1" i="0">
                <a:solidFill>
                  <a:srgbClr val="0B1324"/>
                </a:solidFill>
                <a:latin typeface="Nimbus Sans"/>
                <a:ea typeface="Nimbus Sans"/>
                <a:cs typeface="Nimbus Sans"/>
              </a:rPr>
              <a:t>PACKAGE</a:t>
            </a:r>
          </a:p>
        </p:txBody>
      </p:sp>
      <p:sp>
        <p:nvSpPr>
          <p:cNvPr id="23" name="">
            <a:extLst xmlns:a="http://schemas.openxmlformats.org/drawingml/2006/main">
              <a:ext uri="{FF2B5EF4-FFF2-40B4-BE49-F238E27FC236}">
                <a16:creationId xmlns:a16="http://schemas.microsoft.com/office/drawing/2014/main" id="{A08F94C8-FA56-4ACC-A83D-B187D8378588}"/>
              </a:ext>
            </a:extLst>
          </p:cNvPr>
          <p:cNvSpPr>
            <a:spLocks xmlns:a="http://schemas.openxmlformats.org/drawingml/2006/main" noGrp="1"/>
          </p:cNvSpPr>
          <p:nvPr/>
        </p:nvSpPr>
        <p:spPr>
          <a:xfrm xmlns:a="http://schemas.openxmlformats.org/drawingml/2006/main">
            <a:off x="6219825" y="2924175"/>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4E5964"/>
                </a:solidFill>
                <a:latin typeface="Nimbus Sans"/>
                <a:ea typeface="Nimbus Sans"/>
                <a:cs typeface="Nimbus Sans"/>
              </a:defRPr>
            </a:pPr>
            <a:r>
              <a:rPr sz="1200" b="0" i="0">
                <a:solidFill>
                  <a:srgbClr val="4E5964"/>
                </a:solidFill>
                <a:latin typeface="Nimbus Sans"/>
                <a:ea typeface="Nimbus Sans"/>
                <a:cs typeface="Nimbus Sans"/>
              </a:rPr>
              <a:t>Confirm director and casting targets</a:t>
            </a:r>
          </a:p>
        </p:txBody>
      </p:sp>
      <p:sp>
        <p:nvSpPr>
          <p:cNvPr id="24" name="">
            <a:extLst xmlns:a="http://schemas.openxmlformats.org/drawingml/2006/main">
              <a:ext uri="{FF2B5EF4-FFF2-40B4-BE49-F238E27FC236}">
                <a16:creationId xmlns:a16="http://schemas.microsoft.com/office/drawing/2014/main" id="{9D47CF39-0639-45E5-9A77-1FA0A324D4E8}"/>
              </a:ext>
            </a:extLst>
          </p:cNvPr>
          <p:cNvSpPr>
            <a:spLocks xmlns:a="http://schemas.openxmlformats.org/drawingml/2006/main" noGrp="1"/>
          </p:cNvSpPr>
          <p:nvPr/>
        </p:nvSpPr>
        <p:spPr>
          <a:xfrm xmlns:a="http://schemas.openxmlformats.org/drawingml/2006/main">
            <a:off x="5686425" y="3124200"/>
            <a:ext cx="0" cy="352425"/>
          </a:xfrm>
          <a:prstGeom xmlns:a="http://schemas.openxmlformats.org/drawingml/2006/main" prst="line">
            <a:avLst/>
          </a:prstGeom>
          <a:noFill xmlns:a="http://schemas.openxmlformats.org/drawingml/2006/main"/>
          <a:ln xmlns:a="http://schemas.openxmlformats.org/drawingml/2006/main" w="19050">
            <a:solidFill>
              <a:srgbClr val="C0A673"/>
            </a:solidFill>
            <a:prstDash val="solid"/>
          </a:ln>
        </p:spPr>
      </p:sp>
      <p:sp>
        <p:nvSpPr>
          <p:cNvPr id="25" name="">
            <a:extLst xmlns:a="http://schemas.openxmlformats.org/drawingml/2006/main">
              <a:ext uri="{FF2B5EF4-FFF2-40B4-BE49-F238E27FC236}">
                <a16:creationId xmlns:a16="http://schemas.microsoft.com/office/drawing/2014/main" id="{522645DA-B0F9-4696-B207-8713720A92FD}"/>
              </a:ext>
            </a:extLst>
          </p:cNvPr>
          <p:cNvSpPr>
            <a:spLocks xmlns:a="http://schemas.openxmlformats.org/drawingml/2006/main" noGrp="1"/>
          </p:cNvSpPr>
          <p:nvPr/>
        </p:nvSpPr>
        <p:spPr>
          <a:xfrm xmlns:a="http://schemas.openxmlformats.org/drawingml/2006/main">
            <a:off x="5429250" y="3476625"/>
            <a:ext cx="514350" cy="514350"/>
          </a:xfrm>
          <a:prstGeom xmlns:a="http://schemas.openxmlformats.org/drawingml/2006/main" prst="roundRect">
            <a:avLst>
              <a:gd name="adj" fmla="val 50000"/>
            </a:avLst>
          </a:prstGeom>
          <a:solidFill xmlns:a="http://schemas.openxmlformats.org/drawingml/2006/main">
            <a:srgbClr val="0B132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244C12B-DF18-4077-84B5-13D34E61CB5F}"/>
              </a:ext>
            </a:extLst>
          </p:cNvPr>
          <p:cNvSpPr>
            <a:spLocks xmlns:a="http://schemas.openxmlformats.org/drawingml/2006/main" noGrp="1"/>
          </p:cNvSpPr>
          <p:nvPr/>
        </p:nvSpPr>
        <p:spPr>
          <a:xfrm xmlns:a="http://schemas.openxmlformats.org/drawingml/2006/main">
            <a:off x="5429250" y="36195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FFDF9"/>
                </a:solidFill>
                <a:latin typeface="Nimbus Sans"/>
                <a:ea typeface="Nimbus Sans"/>
                <a:cs typeface="Nimbus Sans"/>
              </a:defRPr>
            </a:pPr>
            <a:r>
              <a:rPr sz="1050" b="1" i="0">
                <a:solidFill>
                  <a:srgbClr val="FFFDF9"/>
                </a:solidFill>
                <a:latin typeface="Nimbus Sans"/>
                <a:ea typeface="Nimbus Sans"/>
                <a:cs typeface="Nimbus Sans"/>
              </a:rPr>
              <a:t>03</a:t>
            </a:r>
          </a:p>
        </p:txBody>
      </p:sp>
      <p:sp>
        <p:nvSpPr>
          <p:cNvPr id="27" name="">
            <a:extLst xmlns:a="http://schemas.openxmlformats.org/drawingml/2006/main">
              <a:ext uri="{FF2B5EF4-FFF2-40B4-BE49-F238E27FC236}">
                <a16:creationId xmlns:a16="http://schemas.microsoft.com/office/drawing/2014/main" id="{D154E543-B390-4F6B-8E27-CA03C54C2E39}"/>
              </a:ext>
            </a:extLst>
          </p:cNvPr>
          <p:cNvSpPr>
            <a:spLocks xmlns:a="http://schemas.openxmlformats.org/drawingml/2006/main" noGrp="1"/>
          </p:cNvSpPr>
          <p:nvPr/>
        </p:nvSpPr>
        <p:spPr>
          <a:xfrm xmlns:a="http://schemas.openxmlformats.org/drawingml/2006/main">
            <a:off x="6219825" y="347662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B1324"/>
                </a:solidFill>
                <a:latin typeface="Nimbus Sans"/>
                <a:ea typeface="Nimbus Sans"/>
                <a:cs typeface="Nimbus Sans"/>
              </a:defRPr>
            </a:pPr>
            <a:r>
              <a:rPr sz="1275" b="1" i="0">
                <a:solidFill>
                  <a:srgbClr val="0B1324"/>
                </a:solidFill>
                <a:latin typeface="Nimbus Sans"/>
                <a:ea typeface="Nimbus Sans"/>
                <a:cs typeface="Nimbus Sans"/>
              </a:rPr>
              <a:t>ATTACH</a:t>
            </a:r>
          </a:p>
        </p:txBody>
      </p:sp>
      <p:sp>
        <p:nvSpPr>
          <p:cNvPr id="28" name="">
            <a:extLst xmlns:a="http://schemas.openxmlformats.org/drawingml/2006/main">
              <a:ext uri="{FF2B5EF4-FFF2-40B4-BE49-F238E27FC236}">
                <a16:creationId xmlns:a16="http://schemas.microsoft.com/office/drawing/2014/main" id="{B2A3665B-38A5-4EC6-BD12-981D10FE9756}"/>
              </a:ext>
            </a:extLst>
          </p:cNvPr>
          <p:cNvSpPr>
            <a:spLocks xmlns:a="http://schemas.openxmlformats.org/drawingml/2006/main" noGrp="1"/>
          </p:cNvSpPr>
          <p:nvPr/>
        </p:nvSpPr>
        <p:spPr>
          <a:xfrm xmlns:a="http://schemas.openxmlformats.org/drawingml/2006/main">
            <a:off x="6219825" y="3800475"/>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4E5964"/>
                </a:solidFill>
                <a:latin typeface="Nimbus Sans"/>
                <a:ea typeface="Nimbus Sans"/>
                <a:cs typeface="Nimbus Sans"/>
              </a:defRPr>
            </a:pPr>
            <a:r>
              <a:rPr sz="1200" b="0" i="0">
                <a:solidFill>
                  <a:srgbClr val="4E5964"/>
                </a:solidFill>
                <a:latin typeface="Nimbus Sans"/>
                <a:ea typeface="Nimbus Sans"/>
                <a:cs typeface="Nimbus Sans"/>
              </a:rPr>
              <a:t>Approach lead talent and producing partners</a:t>
            </a:r>
          </a:p>
        </p:txBody>
      </p:sp>
      <p:sp>
        <p:nvSpPr>
          <p:cNvPr id="29" name="">
            <a:extLst xmlns:a="http://schemas.openxmlformats.org/drawingml/2006/main">
              <a:ext uri="{FF2B5EF4-FFF2-40B4-BE49-F238E27FC236}">
                <a16:creationId xmlns:a16="http://schemas.microsoft.com/office/drawing/2014/main" id="{5A562F5F-BD92-4879-B65C-B0D67E0A76E2}"/>
              </a:ext>
            </a:extLst>
          </p:cNvPr>
          <p:cNvSpPr>
            <a:spLocks xmlns:a="http://schemas.openxmlformats.org/drawingml/2006/main" noGrp="1"/>
          </p:cNvSpPr>
          <p:nvPr/>
        </p:nvSpPr>
        <p:spPr>
          <a:xfrm xmlns:a="http://schemas.openxmlformats.org/drawingml/2006/main">
            <a:off x="5686425" y="4000500"/>
            <a:ext cx="0" cy="352425"/>
          </a:xfrm>
          <a:prstGeom xmlns:a="http://schemas.openxmlformats.org/drawingml/2006/main" prst="line">
            <a:avLst/>
          </a:prstGeom>
          <a:noFill xmlns:a="http://schemas.openxmlformats.org/drawingml/2006/main"/>
          <a:ln xmlns:a="http://schemas.openxmlformats.org/drawingml/2006/main" w="19050">
            <a:solidFill>
              <a:srgbClr val="C0A673"/>
            </a:solidFill>
            <a:prstDash val="solid"/>
          </a:ln>
        </p:spPr>
      </p:sp>
      <p:sp>
        <p:nvSpPr>
          <p:cNvPr id="30" name="">
            <a:extLst xmlns:a="http://schemas.openxmlformats.org/drawingml/2006/main">
              <a:ext uri="{FF2B5EF4-FFF2-40B4-BE49-F238E27FC236}">
                <a16:creationId xmlns:a16="http://schemas.microsoft.com/office/drawing/2014/main" id="{E07B2A3E-BE59-41E6-9C0A-CD0A4B595C59}"/>
              </a:ext>
            </a:extLst>
          </p:cNvPr>
          <p:cNvSpPr>
            <a:spLocks xmlns:a="http://schemas.openxmlformats.org/drawingml/2006/main" noGrp="1"/>
          </p:cNvSpPr>
          <p:nvPr/>
        </p:nvSpPr>
        <p:spPr>
          <a:xfrm xmlns:a="http://schemas.openxmlformats.org/drawingml/2006/main">
            <a:off x="5429250" y="4352925"/>
            <a:ext cx="514350" cy="514350"/>
          </a:xfrm>
          <a:prstGeom xmlns:a="http://schemas.openxmlformats.org/drawingml/2006/main" prst="roundRect">
            <a:avLst>
              <a:gd name="adj" fmla="val 50000"/>
            </a:avLst>
          </a:prstGeom>
          <a:solidFill xmlns:a="http://schemas.openxmlformats.org/drawingml/2006/main">
            <a:srgbClr val="0B132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CA0A1C2-4A37-43F9-A04A-75953344D7D6}"/>
              </a:ext>
            </a:extLst>
          </p:cNvPr>
          <p:cNvSpPr>
            <a:spLocks xmlns:a="http://schemas.openxmlformats.org/drawingml/2006/main" noGrp="1"/>
          </p:cNvSpPr>
          <p:nvPr/>
        </p:nvSpPr>
        <p:spPr>
          <a:xfrm xmlns:a="http://schemas.openxmlformats.org/drawingml/2006/main">
            <a:off x="5429250" y="4495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FFDF9"/>
                </a:solidFill>
                <a:latin typeface="Nimbus Sans"/>
                <a:ea typeface="Nimbus Sans"/>
                <a:cs typeface="Nimbus Sans"/>
              </a:defRPr>
            </a:pPr>
            <a:r>
              <a:rPr sz="1050" b="1" i="0">
                <a:solidFill>
                  <a:srgbClr val="FFFDF9"/>
                </a:solidFill>
                <a:latin typeface="Nimbus Sans"/>
                <a:ea typeface="Nimbus Sans"/>
                <a:cs typeface="Nimbus Sans"/>
              </a:rPr>
              <a:t>04</a:t>
            </a:r>
          </a:p>
        </p:txBody>
      </p:sp>
      <p:sp>
        <p:nvSpPr>
          <p:cNvPr id="32" name="">
            <a:extLst xmlns:a="http://schemas.openxmlformats.org/drawingml/2006/main">
              <a:ext uri="{FF2B5EF4-FFF2-40B4-BE49-F238E27FC236}">
                <a16:creationId xmlns:a16="http://schemas.microsoft.com/office/drawing/2014/main" id="{59DA67EC-F95E-4A82-B47A-CE4DB2B38F95}"/>
              </a:ext>
            </a:extLst>
          </p:cNvPr>
          <p:cNvSpPr>
            <a:spLocks xmlns:a="http://schemas.openxmlformats.org/drawingml/2006/main" noGrp="1"/>
          </p:cNvSpPr>
          <p:nvPr/>
        </p:nvSpPr>
        <p:spPr>
          <a:xfrm xmlns:a="http://schemas.openxmlformats.org/drawingml/2006/main">
            <a:off x="6219825" y="435292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B1324"/>
                </a:solidFill>
                <a:latin typeface="Nimbus Sans"/>
                <a:ea typeface="Nimbus Sans"/>
                <a:cs typeface="Nimbus Sans"/>
              </a:defRPr>
            </a:pPr>
            <a:r>
              <a:rPr sz="1275" b="1" i="0">
                <a:solidFill>
                  <a:srgbClr val="0B1324"/>
                </a:solidFill>
                <a:latin typeface="Nimbus Sans"/>
                <a:ea typeface="Nimbus Sans"/>
                <a:cs typeface="Nimbus Sans"/>
              </a:rPr>
              <a:t>TAKE OUT</a:t>
            </a:r>
          </a:p>
        </p:txBody>
      </p:sp>
      <p:sp>
        <p:nvSpPr>
          <p:cNvPr id="33" name="">
            <a:extLst xmlns:a="http://schemas.openxmlformats.org/drawingml/2006/main">
              <a:ext uri="{FF2B5EF4-FFF2-40B4-BE49-F238E27FC236}">
                <a16:creationId xmlns:a16="http://schemas.microsoft.com/office/drawing/2014/main" id="{5E274432-C8DC-40A8-AEB2-4E7BBE6D9C90}"/>
              </a:ext>
            </a:extLst>
          </p:cNvPr>
          <p:cNvSpPr>
            <a:spLocks xmlns:a="http://schemas.openxmlformats.org/drawingml/2006/main" noGrp="1"/>
          </p:cNvSpPr>
          <p:nvPr/>
        </p:nvSpPr>
        <p:spPr>
          <a:xfrm xmlns:a="http://schemas.openxmlformats.org/drawingml/2006/main">
            <a:off x="6219825" y="4676775"/>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i="0">
                <a:solidFill>
                  <a:srgbClr val="4E5964"/>
                </a:solidFill>
                <a:latin typeface="Nimbus Sans"/>
                <a:ea typeface="Nimbus Sans"/>
                <a:cs typeface="Nimbus Sans"/>
              </a:defRPr>
            </a:pPr>
            <a:r>
              <a:rPr sz="1200" b="0" i="0">
                <a:solidFill>
                  <a:srgbClr val="4E5964"/>
                </a:solidFill>
                <a:latin typeface="Nimbus Sans"/>
                <a:ea typeface="Nimbus Sans"/>
                <a:cs typeface="Nimbus Sans"/>
              </a:rPr>
              <a:t>Schedule targeted buyer meetings</a:t>
            </a:r>
          </a:p>
        </p:txBody>
      </p:sp>
      <p:sp>
        <p:nvSpPr>
          <p:cNvPr id="34" name="">
            <a:extLst xmlns:a="http://schemas.openxmlformats.org/drawingml/2006/main">
              <a:ext uri="{FF2B5EF4-FFF2-40B4-BE49-F238E27FC236}">
                <a16:creationId xmlns:a16="http://schemas.microsoft.com/office/drawing/2014/main" id="{02641C62-3BF7-4C5D-8391-B532AB9D394F}"/>
              </a:ext>
            </a:extLst>
          </p:cNvPr>
          <p:cNvSpPr>
            <a:spLocks xmlns:a="http://schemas.openxmlformats.org/drawingml/2006/main" noGrp="1"/>
          </p:cNvSpPr>
          <p:nvPr/>
        </p:nvSpPr>
        <p:spPr>
          <a:xfrm xmlns:a="http://schemas.openxmlformats.org/drawingml/2006/main">
            <a:off x="0" y="5905500"/>
            <a:ext cx="12192000" cy="952500"/>
          </a:xfrm>
          <a:prstGeom xmlns:a="http://schemas.openxmlformats.org/drawingml/2006/main" prst="rect">
            <a:avLst/>
          </a:prstGeom>
          <a:solidFill xmlns:a="http://schemas.openxmlformats.org/drawingml/2006/main">
            <a:srgbClr val="0B132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40FE587-F6BA-4A55-A337-CF16654C399A}"/>
              </a:ext>
            </a:extLst>
          </p:cNvPr>
          <p:cNvSpPr>
            <a:spLocks xmlns:a="http://schemas.openxmlformats.org/drawingml/2006/main" noGrp="1"/>
          </p:cNvSpPr>
          <p:nvPr/>
        </p:nvSpPr>
        <p:spPr>
          <a:xfrm xmlns:a="http://schemas.openxmlformats.org/drawingml/2006/main">
            <a:off x="590550" y="6143625"/>
            <a:ext cx="247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FFFDF9"/>
                </a:solidFill>
                <a:latin typeface="Nimbus Sans"/>
                <a:ea typeface="Nimbus Sans"/>
                <a:cs typeface="Nimbus Sans"/>
              </a:defRPr>
            </a:pPr>
            <a:r>
              <a:rPr sz="1800" b="1" i="0">
                <a:solidFill>
                  <a:srgbClr val="FFFDF9"/>
                </a:solidFill>
                <a:latin typeface="Nimbus Sans"/>
                <a:ea typeface="Nimbus Sans"/>
                <a:cs typeface="Nimbus Sans"/>
              </a:rPr>
              <a:t>STANDBY</a:t>
            </a:r>
          </a:p>
        </p:txBody>
      </p:sp>
      <p:sp>
        <p:nvSpPr>
          <p:cNvPr id="36" name="">
            <a:extLst xmlns:a="http://schemas.openxmlformats.org/drawingml/2006/main">
              <a:ext uri="{FF2B5EF4-FFF2-40B4-BE49-F238E27FC236}">
                <a16:creationId xmlns:a16="http://schemas.microsoft.com/office/drawing/2014/main" id="{D3C5CB8E-1742-4195-8340-1A99B6C6EC45}"/>
              </a:ext>
            </a:extLst>
          </p:cNvPr>
          <p:cNvSpPr>
            <a:spLocks xmlns:a="http://schemas.openxmlformats.org/drawingml/2006/main" noGrp="1"/>
          </p:cNvSpPr>
          <p:nvPr/>
        </p:nvSpPr>
        <p:spPr>
          <a:xfrm xmlns:a="http://schemas.openxmlformats.org/drawingml/2006/main">
            <a:off x="6153150" y="6181725"/>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0" i="0">
                <a:solidFill>
                  <a:srgbClr val="E5C68D"/>
                </a:solidFill>
                <a:latin typeface="Nimbus Sans"/>
                <a:ea typeface="Nimbus Sans"/>
                <a:cs typeface="Nimbus Sans"/>
              </a:defRPr>
            </a:pPr>
            <a:r>
              <a:rPr sz="1200" b="0" i="0">
                <a:solidFill>
                  <a:srgbClr val="E5C68D"/>
                </a:solidFill>
                <a:latin typeface="Nimbus Sans"/>
                <a:ea typeface="Nimbus Sans"/>
                <a:cs typeface="Nimbus Sans"/>
              </a:rPr>
              <a:t>Written by Kelly R. Tenney  /  NCCA Entertainment</a:t>
            </a:r>
          </a:p>
        </p:txBody>
      </p:sp>
    </p:spTree>
    <p:extLst>
      <p:ext uri="{BB962C8B-B14F-4D97-AF65-F5344CB8AC3E}">
        <p14:creationId xmlns:p14="http://schemas.microsoft.com/office/powerpoint/2010/main" val="20400605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2026-10-06T11:13:35.2200000Z</dcterms:created>
  <dcterms:modified xsi:type="dcterms:W3CDTF">2026-10-06T11:13:35.2200000Z</dcterms:modified>
</coreProperties>
</file>