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094e10aa34c75" /><Relationship Type="http://schemas.openxmlformats.org/officeDocument/2006/relationships/extended-properties" Target="/docProps/app.xml" Id="R7f11702108304109" /><Relationship Type="http://schemas.openxmlformats.org/officeDocument/2006/relationships/officeDocument" Target="/ppt/presentation.xml" Id="R836a019c522d48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108c8d9d64e4f"/>
  </p:sldMasterIdLst>
  <p:notesMasterIdLst>
    <p:notesMasterId xmlns:r="http://schemas.openxmlformats.org/officeDocument/2006/relationships" r:id="R07ecca90ee654d2b"/>
  </p:notesMasterIdLst>
  <p:sldIdLst>
    <p:sldId xmlns:r="http://schemas.openxmlformats.org/officeDocument/2006/relationships" id="256" r:id="R78ad4bda668a445a"/>
    <p:sldId xmlns:r="http://schemas.openxmlformats.org/officeDocument/2006/relationships" id="257" r:id="R259e3fe8791744b2"/>
    <p:sldId xmlns:r="http://schemas.openxmlformats.org/officeDocument/2006/relationships" id="258" r:id="Rcfaf07395f86459b"/>
    <p:sldId xmlns:r="http://schemas.openxmlformats.org/officeDocument/2006/relationships" id="259" r:id="R0a4580851e544577"/>
    <p:sldId xmlns:r="http://schemas.openxmlformats.org/officeDocument/2006/relationships" id="260" r:id="R057ea508e8d84021"/>
    <p:sldId xmlns:r="http://schemas.openxmlformats.org/officeDocument/2006/relationships" id="261" r:id="R53943110f1594900"/>
    <p:sldId xmlns:r="http://schemas.openxmlformats.org/officeDocument/2006/relationships" id="262" r:id="Rbd2406ba075849d3"/>
    <p:sldId xmlns:r="http://schemas.openxmlformats.org/officeDocument/2006/relationships" id="263" r:id="R92992721161b48dd"/>
    <p:sldId xmlns:r="http://schemas.openxmlformats.org/officeDocument/2006/relationships" id="264" r:id="R98d15ac5aae34444"/>
    <p:sldId xmlns:r="http://schemas.openxmlformats.org/officeDocument/2006/relationships" id="265" r:id="R35f079b373d64975"/>
    <p:sldId xmlns:r="http://schemas.openxmlformats.org/officeDocument/2006/relationships" id="266" r:id="R4c267037177b4991"/>
    <p:sldId xmlns:r="http://schemas.openxmlformats.org/officeDocument/2006/relationships" id="267" r:id="R75734ed8e1ff41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70df4196a4a16" /><Relationship Type="http://schemas.openxmlformats.org/officeDocument/2006/relationships/slideMaster" Target="/ppt/slideMasters/slideMaster1.xml" Id="Rc4b108c8d9d64e4f" /><Relationship Type="http://schemas.openxmlformats.org/officeDocument/2006/relationships/notesMaster" Target="/ppt/notesMasters/notesMaster1.xml" Id="R07ecca90ee654d2b" /><Relationship Type="http://schemas.openxmlformats.org/officeDocument/2006/relationships/presProps" Target="/ppt/presProps.xml" Id="R8c5c053888354704" /><Relationship Type="http://schemas.openxmlformats.org/officeDocument/2006/relationships/tableStyles" Target="/ppt/tableStyles.xml" Id="R9c70ad8c3df74f2b" /><Relationship Type="http://schemas.openxmlformats.org/officeDocument/2006/relationships/slide" Target="/ppt/slides/slide1.xml" Id="R78ad4bda668a445a" /><Relationship Type="http://schemas.openxmlformats.org/officeDocument/2006/relationships/slide" Target="/ppt/slides/slide2.xml" Id="R259e3fe8791744b2" /><Relationship Type="http://schemas.openxmlformats.org/officeDocument/2006/relationships/slide" Target="/ppt/slides/slide3.xml" Id="Rcfaf07395f86459b" /><Relationship Type="http://schemas.openxmlformats.org/officeDocument/2006/relationships/slide" Target="/ppt/slides/slide4.xml" Id="R0a4580851e544577" /><Relationship Type="http://schemas.openxmlformats.org/officeDocument/2006/relationships/slide" Target="/ppt/slides/slide5.xml" Id="R057ea508e8d84021" /><Relationship Type="http://schemas.openxmlformats.org/officeDocument/2006/relationships/slide" Target="/ppt/slides/slide6.xml" Id="R53943110f1594900" /><Relationship Type="http://schemas.openxmlformats.org/officeDocument/2006/relationships/slide" Target="/ppt/slides/slide7.xml" Id="Rbd2406ba075849d3" /><Relationship Type="http://schemas.openxmlformats.org/officeDocument/2006/relationships/slide" Target="/ppt/slides/slide8.xml" Id="R92992721161b48dd" /><Relationship Type="http://schemas.openxmlformats.org/officeDocument/2006/relationships/slide" Target="/ppt/slides/slide9.xml" Id="R98d15ac5aae34444" /><Relationship Type="http://schemas.openxmlformats.org/officeDocument/2006/relationships/slide" Target="/ppt/slides/slide10.xml" Id="R35f079b373d64975" /><Relationship Type="http://schemas.openxmlformats.org/officeDocument/2006/relationships/slide" Target="/ppt/slides/slide11.xml" Id="R4c267037177b4991" /><Relationship Type="http://schemas.openxmlformats.org/officeDocument/2006/relationships/slide" Target="/ppt/slides/slide12.xml" Id="R75734ed8e1ff41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38217d9e834d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fbfd59be140fb" /><Relationship Type="http://schemas.openxmlformats.org/officeDocument/2006/relationships/notesMaster" Target="/ppt/notesMasters/notesMaster1.xml" Id="R43f02f3f41bc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f0e4e4f5245d3" /><Relationship Type="http://schemas.openxmlformats.org/officeDocument/2006/relationships/notesMaster" Target="/ppt/notesMasters/notesMaster1.xml" Id="R850af9ef17f5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aa47b4450947ec" /><Relationship Type="http://schemas.openxmlformats.org/officeDocument/2006/relationships/notesMaster" Target="/ppt/notesMasters/notesMaster1.xml" Id="R1cc0d43c95e241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850785e1064893" /><Relationship Type="http://schemas.openxmlformats.org/officeDocument/2006/relationships/notesMaster" Target="/ppt/notesMasters/notesMaster1.xml" Id="R34b3e3d4d5474f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4b5d600a1b4b4f" /><Relationship Type="http://schemas.openxmlformats.org/officeDocument/2006/relationships/notesMaster" Target="/ppt/notesMasters/notesMaster1.xml" Id="R1324b5db2ffa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9523da0524f4f" /><Relationship Type="http://schemas.openxmlformats.org/officeDocument/2006/relationships/notesMaster" Target="/ppt/notesMasters/notesMaster1.xml" Id="Re0ee27f6809641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5c997948f42be" /><Relationship Type="http://schemas.openxmlformats.org/officeDocument/2006/relationships/notesMaster" Target="/ppt/notesMasters/notesMaster1.xml" Id="Rbc4b475707b3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22be2827174dbc" /><Relationship Type="http://schemas.openxmlformats.org/officeDocument/2006/relationships/notesMaster" Target="/ppt/notesMasters/notesMaster1.xml" Id="R292393b888ad4a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28fbe237be4311" /><Relationship Type="http://schemas.openxmlformats.org/officeDocument/2006/relationships/notesMaster" Target="/ppt/notesMasters/notesMaster1.xml" Id="R4d3c765b2b2b43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a975c983e74f97" /><Relationship Type="http://schemas.openxmlformats.org/officeDocument/2006/relationships/notesMaster" Target="/ppt/notesMasters/notesMaster1.xml" Id="Rfdb12d7be0d34a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ce96d3348246b4" /><Relationship Type="http://schemas.openxmlformats.org/officeDocument/2006/relationships/notesMaster" Target="/ppt/notesMasters/notesMaster1.xml" Id="Ra56f21f72c9c4f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e45c88c6254a7f" /><Relationship Type="http://schemas.openxmlformats.org/officeDocument/2006/relationships/notesMaster" Target="/ppt/notesMasters/notesMaster1.xml" Id="R50c2d14408f14e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and story materials supplied by NCCA Entertainment.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logline foregrounds the contained setting, ensemble, emotional secret, ticking clock, and survival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sell combines production efficiency with changing alliances, a personal mystery, and a physical clock.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Comparables indicate tone and audience promise, not identical plot.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Monique drives the thriller and completes her arc by amending her federal statement, even if it costs her immunity.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Kendra delays the kill because she must locate the evidence and learn who else can access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Patricia and Diana mirror each other: both confuse control with protection, but only Patricia learns to apologize before she knows she will survive.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 structure follows the revised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Mood board imagery is concept art generated for this pitch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Casting wishlist reflects role energy and market positioning. No talent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Platform fit is based on the intended TV One Original lane specified in the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as a master pitch deck for producer, talent, and buyer conversations.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8b1da96eb4f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1f7cebff042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4ad236ad140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f7d673f2449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94e2d927146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18160c1554a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617DE99-3BFC-4727-81E3-420973FB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01FC89-EEF0-42A9-8BF8-252C5FF20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E8CFC48-34C9-47C9-8585-AB50C17900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70CA4B9-665E-4F63-B862-906DBEA8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56858D-2541-4887-B7CA-E7B5C6D747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DDB7723-9206-4BCE-8BA5-0018DDE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55D952-EF11-4764-9295-1FD624319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0CA8731-91E9-4991-B46E-FDA3A6CDC4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7D0965-FC24-4EE5-8749-498900D1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773F52-ACD4-430B-ACAC-1019276C9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EDC810-94C5-4633-9669-D7475DB5BC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3B577F-F7DF-4CEE-BDC3-9A00FF8F81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87AD956-7C56-4A0A-B72D-600104EB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B9686B-B596-45B2-A350-F3AD836D2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98F723-20BC-4CC5-BDCF-2DC3C84E46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3606c995a4c64" /><Relationship Type="http://schemas.openxmlformats.org/officeDocument/2006/relationships/slideLayout" Target="/ppt/slideLayouts/slideLayout1.xml" Id="R2111e28839064671" /><Relationship Type="http://schemas.openxmlformats.org/officeDocument/2006/relationships/slideLayout" Target="/ppt/slideLayouts/slideLayout2.xml" Id="R1642f34096d54c3a" /><Relationship Type="http://schemas.openxmlformats.org/officeDocument/2006/relationships/slideLayout" Target="/ppt/slideLayouts/slideLayout3.xml" Id="R6039942d4a2f4108" /><Relationship Type="http://schemas.openxmlformats.org/officeDocument/2006/relationships/slideLayout" Target="/ppt/slideLayouts/slideLayout4.xml" Id="R6e790d29b25449b3" /><Relationship Type="http://schemas.openxmlformats.org/officeDocument/2006/relationships/slideLayout" Target="/ppt/slideLayouts/slideLayout5.xml" Id="Rf2ce2e9662824a4a" /><Relationship Type="http://schemas.openxmlformats.org/officeDocument/2006/relationships/slideLayout" Target="/ppt/slideLayouts/slideLayout6.xml" Id="R90da7ccbe8514b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11e28839064671"/>
    <p:sldLayoutId xmlns:r="http://schemas.openxmlformats.org/officeDocument/2006/relationships" id="2147483650" r:id="R1642f34096d54c3a"/>
    <p:sldLayoutId xmlns:r="http://schemas.openxmlformats.org/officeDocument/2006/relationships" id="2147483651" r:id="R6039942d4a2f4108"/>
    <p:sldLayoutId xmlns:r="http://schemas.openxmlformats.org/officeDocument/2006/relationships" id="2147483652" r:id="R6e790d29b25449b3"/>
    <p:sldLayoutId xmlns:r="http://schemas.openxmlformats.org/officeDocument/2006/relationships" id="2147483653" r:id="Rf2ce2e9662824a4a"/>
    <p:sldLayoutId xmlns:r="http://schemas.openxmlformats.org/officeDocument/2006/relationships" id="2147483654" r:id="R90da7ccbe8514b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6ca021a124864" /><Relationship Type="http://schemas.openxmlformats.org/officeDocument/2006/relationships/image" Target="/ppt/media/image.png" Id="R6184b810483c4aec" /><Relationship Type="http://schemas.openxmlformats.org/officeDocument/2006/relationships/notesSlide" Target="/ppt/notesSlides/notesSlide1.xml" Id="R759a726d9102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ef703350c4310" /><Relationship Type="http://schemas.openxmlformats.org/officeDocument/2006/relationships/image" Target="/ppt/media/image2.png" Id="Rdf90c0087de64ed0" /><Relationship Type="http://schemas.openxmlformats.org/officeDocument/2006/relationships/notesSlide" Target="/ppt/notesSlides/notesSlide2.xml" Id="R0c62b453a97c4f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457d3971a4e43" /><Relationship Type="http://schemas.openxmlformats.org/officeDocument/2006/relationships/image" Target="/ppt/media/image3.png" Id="Rdc27de7e50ee43ba" /><Relationship Type="http://schemas.openxmlformats.org/officeDocument/2006/relationships/notesSlide" Target="/ppt/notesSlides/notesSlide3.xml" Id="Rb74b8ec393ab48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aec4eb68c143c0" /><Relationship Type="http://schemas.openxmlformats.org/officeDocument/2006/relationships/image" Target="/ppt/media/image4.png" Id="R2db26db433394bd1" /><Relationship Type="http://schemas.openxmlformats.org/officeDocument/2006/relationships/notesSlide" Target="/ppt/notesSlides/notesSlide4.xml" Id="R2c32f6be84a4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10ec85d564bcc" /><Relationship Type="http://schemas.openxmlformats.org/officeDocument/2006/relationships/image" Target="/ppt/media/image5.png" Id="R37061665cc3a4d0b" /><Relationship Type="http://schemas.openxmlformats.org/officeDocument/2006/relationships/notesSlide" Target="/ppt/notesSlides/notesSlide5.xml" Id="Rb48eb06aa17848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71cbc91574cd8" /><Relationship Type="http://schemas.openxmlformats.org/officeDocument/2006/relationships/image" Target="/ppt/media/image6.png" Id="R920549eadf2b4a44" /><Relationship Type="http://schemas.openxmlformats.org/officeDocument/2006/relationships/notesSlide" Target="/ppt/notesSlides/notesSlide6.xml" Id="R8e99143fa35741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5882a14074028" /><Relationship Type="http://schemas.openxmlformats.org/officeDocument/2006/relationships/image" Target="/ppt/media/image7.png" Id="R0bb0dd758c7b4253" /><Relationship Type="http://schemas.openxmlformats.org/officeDocument/2006/relationships/notesSlide" Target="/ppt/notesSlides/notesSlide7.xml" Id="R275967e1600f4e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ff0a22e2341f7" /><Relationship Type="http://schemas.openxmlformats.org/officeDocument/2006/relationships/image" Target="/ppt/media/image8.png" Id="R9614f32ad0d24407" /><Relationship Type="http://schemas.openxmlformats.org/officeDocument/2006/relationships/image" Target="/ppt/media/image9.png" Id="R9f342fe2932244e9" /><Relationship Type="http://schemas.openxmlformats.org/officeDocument/2006/relationships/image" Target="/ppt/media/image10.png" Id="R6add22f4dc9e43f5" /><Relationship Type="http://schemas.openxmlformats.org/officeDocument/2006/relationships/notesSlide" Target="/ppt/notesSlides/notesSlide8.xml" Id="R9a901ba475da42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751999b714d92" /><Relationship Type="http://schemas.openxmlformats.org/officeDocument/2006/relationships/image" Target="/ppt/media/image11.png" Id="R5129fb4915eb4142" /><Relationship Type="http://schemas.openxmlformats.org/officeDocument/2006/relationships/image" Target="/ppt/media/image12.png" Id="Rdf0b569de8ad45b8" /><Relationship Type="http://schemas.openxmlformats.org/officeDocument/2006/relationships/image" Target="/ppt/media/image13.png" Id="R5f6a815f8fb94f17" /><Relationship Type="http://schemas.openxmlformats.org/officeDocument/2006/relationships/notesSlide" Target="/ppt/notesSlides/notesSlide9.xml" Id="R486d498e4c394a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41c996de34867" /><Relationship Type="http://schemas.openxmlformats.org/officeDocument/2006/relationships/notesSlide" Target="/ppt/notesSlides/notesSlide10.xml" Id="R247faf786fc648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6b765357349f0" /><Relationship Type="http://schemas.openxmlformats.org/officeDocument/2006/relationships/image" Target="/ppt/media/image14.png" Id="R8eed9dbbdb35401e" /><Relationship Type="http://schemas.openxmlformats.org/officeDocument/2006/relationships/notesSlide" Target="/ppt/notesSlides/notesSlide11.xml" Id="R7458dedad9f44b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264e30d7e4f46" /><Relationship Type="http://schemas.openxmlformats.org/officeDocument/2006/relationships/image" Target="/ppt/media/image15.png" Id="Rb7e12d944b70404d" /><Relationship Type="http://schemas.openxmlformats.org/officeDocument/2006/relationships/notesSlide" Target="/ppt/notesSlides/notesSlide12.xml" Id="Rf92c261b5fed4c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b810483c4aec"/>
          <a:srcRect xmlns:a="http://schemas.openxmlformats.org/drawingml/2006/main" l="0" t="23986" r="0" b="23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2D488-33FE-40FB-BAA7-8F0A4D1D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EA858-616C-4DCA-BD4F-A7F8EAF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2381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E2378-207B-4D08-B78E-0283436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THE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ECB3B-E8C2-46A2-9741-DD2F4D5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LAYOVER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4DE27-BFD9-43C2-98C6-80727987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FIVE WOMEN. ONE EXIT. EVERY SECRET HAS A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ABA02-6249-4010-8BE0-3B5262E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LOCKED ROOM SUSPENSE THRILLER  /  FEATURE FILM FOR TELEVISION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8A849-34FE-4377-893E-A5111FF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TV ONE ORIGINAL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96548-3488-4520-827D-C1E4F5E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5D186-0DFC-4DAB-9F0F-25955D6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9852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0c0087de64ed0"/>
          <a:srcRect xmlns:a="http://schemas.openxmlformats.org/drawingml/2006/main" l="8967" t="0" r="89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A387-DDCC-4A1F-BE34-E69F0511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238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17144-2537-433A-8AE4-FA0586AA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Logline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59AAE-9893-4694-93E8-8864158B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E4034-B3FE-4AD0-BB6F-D0D0DE3F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During a historic Atlanta ice storm, five Black women trapped beneath the airport turn on one another when a federal witness's deadly secret surfaces and a carbon monoxide leak leaves them forty-five minutes to decide who deserves to escape.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EA1D7-B89F-42D0-873D-5B15CA7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911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ATLANTA  •  ONE NIGHT  •  NO CLEAN WAY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198A9-2FB5-46F7-9743-C82A53AE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2A27-8F7B-4825-A0D1-EB1E9BA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250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de7e50ee43ba"/>
          <a:srcRect xmlns:a="http://schemas.openxmlformats.org/drawingml/2006/main" l="2977" t="0" r="2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CDA4A-2F5B-4009-8F1F-A0C5707B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1AADF-C7BA-4EB2-821B-DD94E8ED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The Hook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11B14-6DFE-412F-A270-2F6235FB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26F0A-8911-4A9E-8E8A-3246A883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A contained thriller with the emotional weight of a reckoning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938BF-3DF9-4CF8-B518-B0F2FD01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98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Five women enter the room with different ideas of power. Before dawn, every role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74241-3EB5-4ED2-A3F2-8F058C5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 sealed industrial maze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D0AEC-8266-4FA6-9033-3F3F9BF2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Conveyors, frozen security grates, dead radios, and a failing ventilation system turn one airport bay into a pressure cooker.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94B13-ADC8-4FA1-A6FF-3B52D9F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 dead woman connects them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C9577-B959-4FFB-9960-28462633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The witness, the hitwoman, and the hidden child share one wound. Each new truth changes who deserves protection.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C76D7-0E6D-4A49-A7E0-FC05453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 forty-five-minute clock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BF9E8-A613-4819-A610-94336F33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Carbon monoxide forces enemies to cooperate while a cartel cleaner waits for the perfect accidental death.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A5175-AE94-4342-8951-4FDBEE0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A2315-D507-46E1-BE1B-DFAA611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9553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380D6-592A-47CB-9E45-C0FF453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Tone and Comparables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EB585-4DC5-4469-A5D1-B22EB1F5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7E3F-5E82-4261-B5AB-8BF5FE3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Muscular suspense. Intimate moral drama. Restrained violence.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26db433394bd1"/>
          <a:srcRect xmlns:a="http://schemas.openxmlformats.org/drawingml/2006/main" l="0" t="13520" r="0" b="13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5095875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74095-26C6-4AEF-A984-B778A5B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095875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C0E2B-504D-469C-A514-9414F1AE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FROZEN INDUSTRIAL NOIR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F862E-660B-4CB0-A746-970968CE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Amber work lights, black conveyor mouths, wet steel, warning red, and ice-blue dawn.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A88BD-66C5-4232-95CB-51D0099F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BREAKDOWN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0EF25-0F3A-433B-99B5-7913CA0D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Relentless escalation inside an ordinary transit nightmare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044A1-CDA8-4D9C-AF6D-F09D6408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4333875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D10D-F802-4148-B146-E8B390F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THE GUILTY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153F1-34E7-4C73-B875-56A9777F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A contained thriller driven by voice, guilt, and incomplete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8FB5F-C2C3-42AA-8D50-35906FA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4333875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6DED1-A93A-4063-948B-C9A83C14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09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WIDOWS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DD6C6-7DE6-48C7-936E-85186559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957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Black women with distinct motives, competence, and moral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C506C-0F6F-4B27-8768-320E774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4333875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4E96F-08FF-4E98-A34D-C4D31257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62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FROZEN RIVER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0A682-0A34-4552-8125-6340E3E4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Cold-weather desperation grounded in character and consequence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85756-6E34-4183-8E62-16DE4AE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43500"/>
            <a:ext cx="4333875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55778-0BD1-448C-8395-027D0933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2FDE8-199E-49C4-96F6-8C51D76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1344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61665cc3a4d0b"/>
          <a:srcRect xmlns:a="http://schemas.openxmlformats.org/drawingml/2006/main" l="8607" t="0" r="8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74338-26ED-40B3-81FD-0B400E9A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905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F3A88-77C4-409B-B016-7266F41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Monique Carter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66C39-1588-4CBE-90FB-1CE3C01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AE5D0-F890-4824-9B48-541F3EC3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76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38  /  THE WITNESS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AB5A0-6DBC-4588-9911-089D55CE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8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She can dismantle a cartel. First, she must tell the truth about the woman she left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582F8-011D-492F-BF79-93E02825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PERSONALITY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3B090-E4F1-4F76-BC10-790F7C53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Exacting, hypervigilant, and fluent in the language of money and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4EC31-C4AE-47C3-933D-F45AF838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3D526-1F2B-42E5-945B-3C81D6E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0527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Survive long enough to turn over the archive and protect Maya's daughter.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6037B-1051-4A0A-81BC-3E6DD1F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67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CONFLICT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B18DE-AEDE-47CC-943C-01646CFE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Her immunity rests on a lie. The locket at her throat belongs to the friend she accidentally killed.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E0119-0E46-42F4-84A0-5498797C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81E58-639C-4D59-92A6-B93F442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8758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549eadf2b4a44"/>
          <a:srcRect xmlns:a="http://schemas.openxmlformats.org/drawingml/2006/main" l="6010" t="0" r="6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F3517-DBE5-4A84-9F6A-40A6BE08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238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3E366-037A-47CC-9A6C-B1F39DE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Kendra Vale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F716C-933C-425A-9B64-11813FD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7F831-56FB-4D96-A37E-C28B1D5E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44  /  THE CLEANER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A29BE-F26E-44B2-B463-07064089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3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She enters as comfort. She leaves every confession weaponized.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C8CA8-9C8B-4DD9-9AFC-1849CA4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084B8-2EF2-4B8D-B204-452F23A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Airport crisis counselor with a voice made for trust.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74B6C-239C-43D5-8AC1-6140F76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96C94-39E3-42F7-9D98-E4BC3D15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Recover the archive key, identify everyone with access, and stage the deaths as storm exposure.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01B99-56A0-4E90-8EF3-DD5CE841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PHILOSOPHY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B8A30-B3D3-404C-9F33-88A792D5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Guilt is vanity performed by people who still need to believe they are good.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92067-48DC-4FE8-93DA-37A3A02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DDEF7-830A-4D15-A3F4-A629AB60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6162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E9E55-CFFC-4CC8-A42D-B04F047E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The Women in the 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50298-3B70-4964-91FF-8FF2B1ED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8C982-485B-45C7-85A0-2E8B5D2D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Every woman reads danger differently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0dd758c7b4253"/>
          <a:srcRect xmlns:a="http://schemas.openxmlformats.org/drawingml/2006/main" l="0" t="11433" r="0" b="11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19200"/>
            <a:ext cx="5391150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06099-B157-4F10-845D-3D007F68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391150" cy="9525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FF6D4-3F3A-4B6D-8BAC-5D2F91D8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DIANA COLE, 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451A2-56D4-422B-A97B-FB976452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 veteran deputy marshal whose off-book trap turns her witness into bait.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C0711-63D4-40F3-A9D5-BD0AB6F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SIMONE REED, 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C3F34-B1CC-4594-8E2F-520219A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 contract killer hunting the truth about her missing sister, Maya.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4A42A-E7D4-4EE8-9B5F-C25A9D1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PATRICIA BROWN, 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38F4C-6FD6-4AAD-8A5E-7A78197A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 retired correctional officer racing to repair a three-year family rift.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53C40-E5D9-45B8-BEA8-AD322A62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NIA,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093EA-65ED-4C7A-9428-2083C035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Maya's daughter, unseen but central to every choice Simone and Monique make.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00A0D-AE3B-42BD-9F2B-097D76C4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434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Five castable women. Five moral positions. One room that will not let them stay fixed.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46912-1F41-49AD-AC7C-33C1581F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D3665-339A-4713-A683-6B37250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5903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AFF13-7E92-452E-B7DC-5C5D4DBD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E052A-708B-4218-B27D-D9F24F0B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6967D-B148-4688-B87C-BF7D462E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Three acts of tightening pressure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4f32ad0d24407"/>
          <a:srcRect xmlns:a="http://schemas.openxmlformats.org/drawingml/2006/main" l="0" t="24303" r="0" b="2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76375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C21F1-BF84-4521-81E3-61BC3E6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ACT I  /  THE SEALED VAULT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E801C-2998-4796-AA1F-BFFE5A8F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Diana moves Monique through a monitored federal choke point as the airport freezes. The storm kills the cameras and locks Monique, Diana, Simone, Patricia, and Kendra inside. Simone's suppressed pistol hits the floor.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42fe2932244e9"/>
          <a:srcRect xmlns:a="http://schemas.openxmlformats.org/drawingml/2006/main" l="0" t="24180" r="0" b="2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1476375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4EA04-FD07-49AF-B956-4001F874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ACT II  /  THE INTERROGATION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FFDBE-4665-44AA-90FD-33B8A50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Maya's locket exposes the bond between Monique and Simone. Monique admits she fired the fatal shot and fled. As carbon monoxide enters the bay, Patricia discovers Diana engineered the route.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22f4dc9e43f5"/>
          <a:srcRect xmlns:a="http://schemas.openxmlformats.org/drawingml/2006/main" l="0" t="24303" r="0" b="2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476375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CBFE5-0D27-4DB8-BBEB-1B3344A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ACT III  /  BLOOD AND CLEAR 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18745-1322-47DE-A5B2-C9BD402B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481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Kendra offers Simone revenge, but Simone chooses Maya's daughter over vengeance. The women carry a wounded Diana into the storm. Monique survives, then risks her immunity by amending her statement.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79631-11D6-440C-9DD1-C2C2349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A65FF-D248-4874-9217-17A97E09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2521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EAB4B-340C-407A-B741-1D750A03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Visual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780A9-B64A-4381-8598-A0BBBBC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34153-41B1-473E-BEF2-9E71ACF4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Atlanta above. A steel courtroom below.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9fb4915eb4142"/>
          <a:srcRect xmlns:a="http://schemas.openxmlformats.org/drawingml/2006/main" l="0" t="22583" r="0" b="22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3333750" cy="20002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b569de8ad45b8"/>
          <a:srcRect xmlns:a="http://schemas.openxmlformats.org/drawingml/2006/main" l="0" t="22119" r="0" b="22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428750"/>
            <a:ext cx="3333750" cy="20002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a815f8fb94f17"/>
          <a:srcRect xmlns:a="http://schemas.openxmlformats.org/drawingml/2006/main" l="0" t="24426" r="0" b="24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428750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8B5A8-B00D-4C9E-B479-32AD30A2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3812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7E91A-383A-4A64-BF70-B94A3C3C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ICE BLUE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7DCC9-E044-4697-9B1A-E44252C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3812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4DD98-2F8C-4B31-A141-0B735CF5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MIDNIGHT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26744-8A34-4E84-BA7A-6EF0045A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23812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38F52-4911-4BA7-9CEE-6DE2E925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EMERGENCY AMBER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8B77F-256F-4049-989E-6E08DF8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3812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D967A-EF17-4F98-903A-CD78916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WARNING 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BD10D-15BD-4B0D-B746-AC8F112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Wet concrete  /  Condensation  /  Rotating beacons  /  Security grates  /  Gold against steel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9935F-F036-401D-ADF5-AE3AE32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790B8-C8B9-4365-9541-91AE350A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8944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4CEFE-8D7A-46B7-BC9E-F1B0EA9E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Casting Wishlist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9B495-7438-4427-AE5E-B29E9CFA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BF037-F98E-4805-ACC1-BEC539F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A prestige ensemble with recognizable thriller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223E-F87C-47F4-9808-ACCB0EE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038350" cy="304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79D23-3FFA-4ED3-9EBA-23A066C3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TEYONAH PARRIS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6653E-960F-4270-A3C0-5287383C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MONIQUE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BF5AC-9834-4ED4-B30F-E7F5371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CONTROLLED GUILT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03596-104F-4799-8570-F03DEF12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76375"/>
            <a:ext cx="2038350" cy="304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E5FBB-00A7-4CAC-B800-0C9469B4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REGINA 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440BB-FCC8-4796-810D-F85A8098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DIANA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AF99C-20EB-496B-BDC8-074391D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766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AUTHORITY UNDER STRAIN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4702A-157C-4704-8FF4-5A54F734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76375"/>
            <a:ext cx="2038350" cy="304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9E01B-45B3-487A-A481-8A86899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KIKI LAYNE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95653-6EF9-432A-AA33-593BFF6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SIMONE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3A9AC-8243-4B70-BE01-455DFACD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766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POLISHED DANGER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F6301-7DD7-4DE0-992A-D8F0B140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76375"/>
            <a:ext cx="2038350" cy="304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74927-F211-464C-BA58-76FFFDC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ALFRE WOODARD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0F49F-DCA2-4EF3-B9A0-ED131992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PATRICIA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CCF0C-7593-4E24-93C5-68746F0A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MORAL STEEL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1B667-862E-4D8F-A924-33C1908D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76375"/>
            <a:ext cx="2038350" cy="304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8F90B-4A64-4897-9A50-E96F1293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AUNJANUE ELLIS-TAYLOR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0AA88-8049-485F-9309-A271ED5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KENDRA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9584A-2125-43C0-94C7-BEC4168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WEAPONIZED EMPATHY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265E4-ED4C-4572-9ED7-C27A1E57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Casting references only. No talent is attached.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F12DA-53BB-48D9-900E-C980B7C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107AC-5ABE-4572-8958-DDD405B9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59088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d9dbbdb35401e"/>
          <a:srcRect xmlns:a="http://schemas.openxmlformats.org/drawingml/2006/main" l="7031" t="0" r="70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270A-569B-49CD-9678-F50EBD8E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38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08B4E-B31F-4D6B-8977-622B495C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Why TV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911F3-755C-4F9E-942E-CB6408E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CE21B-4162-4E87-9858-01A855C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A suspense package built around character, consequence, and 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88BF1-FB02-410B-B977-EBB21B4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5176-1C16-47ED-9FB2-8DC885FD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Five substantial roles for Black women across generations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1FACD-0A07-402E-8CCC-6421D93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95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C9932-0FB8-4643-A2D1-4B119BE2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Contained production footprint with cinematic airport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1160B-8605-4993-BBBE-E3B7290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95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F3078-4F90-471A-AC39-2046FC4C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 clean thriller hook with restrained, consequential violence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AFC7F-89F4-4C19-971D-43A3D78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95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5D40C-5600-432D-82D5-D4828B43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Family repair and accountability deepen the survival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D22A7-EB42-4C3E-A555-67C5132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95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D9F41-CEEC-4E2A-8601-715EEFE1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Distinct performances built for recognizable ensemble 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65C38-B486-4504-AAB9-0AB0FAE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9525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30653-AC51-4421-9C3A-CB0FC029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A final moral choice designed to drive post-premiere conversation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622AA-3886-44FB-BD54-94E7A066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4C836-E042-4177-8C83-9D424CA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4834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E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12d944b70404d"/>
          <a:srcRect xmlns:a="http://schemas.openxmlformats.org/drawingml/2006/main" l="0" t="23862" r="0" b="23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9D1D-55C3-41AD-AFD1-7872EAE8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59038-6863-41EC-98BA-6AEBF32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Materials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B281A-EA91-46F9-B1BB-5ADA6673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858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965A3-C75B-474E-BC86-E2712A4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A930C-EFFA-4164-BA01-A8E51422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1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62725-94EC-404B-B278-C5DEB6F6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Revised TV One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A67A2-02BA-4309-8028-F75B0FFE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1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FD097-1E8B-4CEB-A125-B07624C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Tight logline and buyer positioning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C9A26-8289-4D16-A6CC-4A91A775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1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E57E4-37F6-4358-9BFE-1CC8FFCB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16:9 key art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AA6EE-A1AA-4A08-B6F8-9D296EAD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1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346C5-1238-45DD-8C80-DB123673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Character and visual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38044-3924-4044-88A8-7D8475C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2A23A"/>
                </a:solidFill>
                <a:latin typeface="Bitstream Charter"/>
                <a:ea typeface="Bitstream Charter"/>
                <a:cs typeface="Bitstream Charter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A6F37-D967-4A5E-99D2-CB42711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638D8-725E-4D16-B0BC-D0357FA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Screenplay rewrite to 80–85 pages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39CF5-3588-40D2-88D2-87388C80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5E526-09D0-47F5-97BE-95B90B0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Casting conversations and director shortlist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72631-CC40-42EE-9302-43C0B25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40C24-2BF4-484B-8992-D7A52781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Budget, schedule, and location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9F21F-1F91-4687-8F53-FD57D03F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8A45A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08C46-0A78-4D98-BF67-9CE91F3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Buyer-facing verbal pitch and submission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96FF0-6A2D-4D4E-BBC7-CB6FF7BA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6680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AB00B-42D6-4CAC-9FD4-37F97343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5F7F8"/>
                </a:solidFill>
                <a:latin typeface="Bitstream Charter"/>
                <a:ea typeface="Bitstream Charter"/>
                <a:cs typeface="Bitstream Charter"/>
              </a:rPr>
              <a:t>THE LAYOVER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690FA-D249-45F1-AEA4-CEE0C43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7E7EF"/>
                </a:solidFill>
                <a:latin typeface="Bitstream Charter"/>
                <a:ea typeface="Bitstream Charter"/>
                <a:cs typeface="Bitstream Charter"/>
              </a:rPr>
              <a:t>When the doors lock, the truth becomes the only way 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3C051-A9C7-4F31-8764-93D7B713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NCCA ENTERTAINMENT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9DE49-FAB7-4E31-8D2E-3AA2F4A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9FB0BC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4936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2026-10-05T11:46:18.1260000Z</dcterms:created>
  <dcterms:modified xsi:type="dcterms:W3CDTF">2026-10-05T11:46:18.1260000Z</dcterms:modified>
</coreProperties>
</file>