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9322105fc4fd7" /><Relationship Type="http://schemas.openxmlformats.org/officeDocument/2006/relationships/extended-properties" Target="/docProps/app.xml" Id="R9fad42eb30f94d7b" /><Relationship Type="http://schemas.openxmlformats.org/officeDocument/2006/relationships/officeDocument" Target="/ppt/presentation.xml" Id="Rd06c1a1a9fe948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349b345f1427a"/>
  </p:sldMasterIdLst>
  <p:notesMasterIdLst>
    <p:notesMasterId xmlns:r="http://schemas.openxmlformats.org/officeDocument/2006/relationships" r:id="Rbf99211e15c44eb2"/>
  </p:notesMasterIdLst>
  <p:sldIdLst>
    <p:sldId xmlns:r="http://schemas.openxmlformats.org/officeDocument/2006/relationships" id="256" r:id="R936638b48c8c4755"/>
    <p:sldId xmlns:r="http://schemas.openxmlformats.org/officeDocument/2006/relationships" id="257" r:id="R99b2ce6d39a24462"/>
    <p:sldId xmlns:r="http://schemas.openxmlformats.org/officeDocument/2006/relationships" id="258" r:id="R8cb7ad6dff014df6"/>
    <p:sldId xmlns:r="http://schemas.openxmlformats.org/officeDocument/2006/relationships" id="259" r:id="R999a4ca8763f4eb9"/>
    <p:sldId xmlns:r="http://schemas.openxmlformats.org/officeDocument/2006/relationships" id="260" r:id="R90a6f11cfae041a6"/>
    <p:sldId xmlns:r="http://schemas.openxmlformats.org/officeDocument/2006/relationships" id="261" r:id="Rce4a9d49f02f4d13"/>
    <p:sldId xmlns:r="http://schemas.openxmlformats.org/officeDocument/2006/relationships" id="262" r:id="R7916dac4f48348b3"/>
    <p:sldId xmlns:r="http://schemas.openxmlformats.org/officeDocument/2006/relationships" id="263" r:id="R951c452fafdf4c64"/>
    <p:sldId xmlns:r="http://schemas.openxmlformats.org/officeDocument/2006/relationships" id="264" r:id="R91a917278fde4ead"/>
    <p:sldId xmlns:r="http://schemas.openxmlformats.org/officeDocument/2006/relationships" id="265" r:id="R8c34a7bf5a194a30"/>
    <p:sldId xmlns:r="http://schemas.openxmlformats.org/officeDocument/2006/relationships" id="266" r:id="R4f4e99b1d6434d72"/>
    <p:sldId xmlns:r="http://schemas.openxmlformats.org/officeDocument/2006/relationships" id="267" r:id="Rb448f7ee784345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2b54d0cbff4835" /><Relationship Type="http://schemas.openxmlformats.org/officeDocument/2006/relationships/slideMaster" Target="/ppt/slideMasters/slideMaster1.xml" Id="R5c4349b345f1427a" /><Relationship Type="http://schemas.openxmlformats.org/officeDocument/2006/relationships/notesMaster" Target="/ppt/notesMasters/notesMaster1.xml" Id="Rbf99211e15c44eb2" /><Relationship Type="http://schemas.openxmlformats.org/officeDocument/2006/relationships/presProps" Target="/ppt/presProps.xml" Id="Re7c0b558eb05408d" /><Relationship Type="http://schemas.openxmlformats.org/officeDocument/2006/relationships/tableStyles" Target="/ppt/tableStyles.xml" Id="R67c7239acc0c4352" /><Relationship Type="http://schemas.openxmlformats.org/officeDocument/2006/relationships/slide" Target="/ppt/slides/slide1.xml" Id="R936638b48c8c4755" /><Relationship Type="http://schemas.openxmlformats.org/officeDocument/2006/relationships/slide" Target="/ppt/slides/slide2.xml" Id="R99b2ce6d39a24462" /><Relationship Type="http://schemas.openxmlformats.org/officeDocument/2006/relationships/slide" Target="/ppt/slides/slide3.xml" Id="R8cb7ad6dff014df6" /><Relationship Type="http://schemas.openxmlformats.org/officeDocument/2006/relationships/slide" Target="/ppt/slides/slide4.xml" Id="R999a4ca8763f4eb9" /><Relationship Type="http://schemas.openxmlformats.org/officeDocument/2006/relationships/slide" Target="/ppt/slides/slide5.xml" Id="R90a6f11cfae041a6" /><Relationship Type="http://schemas.openxmlformats.org/officeDocument/2006/relationships/slide" Target="/ppt/slides/slide6.xml" Id="Rce4a9d49f02f4d13" /><Relationship Type="http://schemas.openxmlformats.org/officeDocument/2006/relationships/slide" Target="/ppt/slides/slide7.xml" Id="R7916dac4f48348b3" /><Relationship Type="http://schemas.openxmlformats.org/officeDocument/2006/relationships/slide" Target="/ppt/slides/slide8.xml" Id="R951c452fafdf4c64" /><Relationship Type="http://schemas.openxmlformats.org/officeDocument/2006/relationships/slide" Target="/ppt/slides/slide9.xml" Id="R91a917278fde4ead" /><Relationship Type="http://schemas.openxmlformats.org/officeDocument/2006/relationships/slide" Target="/ppt/slides/slide10.xml" Id="R8c34a7bf5a194a30" /><Relationship Type="http://schemas.openxmlformats.org/officeDocument/2006/relationships/slide" Target="/ppt/slides/slide11.xml" Id="R4f4e99b1d6434d72" /><Relationship Type="http://schemas.openxmlformats.org/officeDocument/2006/relationships/slide" Target="/ppt/slides/slide12.xml" Id="Rb448f7ee784345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bf3d76a6b94a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ccc53721c3406d" /><Relationship Type="http://schemas.openxmlformats.org/officeDocument/2006/relationships/notesMaster" Target="/ppt/notesMasters/notesMaster1.xml" Id="Rf4f6619fb68b40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a5d5cf68694dd7" /><Relationship Type="http://schemas.openxmlformats.org/officeDocument/2006/relationships/notesMaster" Target="/ppt/notesMasters/notesMaster1.xml" Id="Rb692c119466b45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6b7f9c5df64394" /><Relationship Type="http://schemas.openxmlformats.org/officeDocument/2006/relationships/notesMaster" Target="/ppt/notesMasters/notesMaster1.xml" Id="R79f7e2aa98b54d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3b97fd5f9a4602" /><Relationship Type="http://schemas.openxmlformats.org/officeDocument/2006/relationships/notesMaster" Target="/ppt/notesMasters/notesMaster1.xml" Id="Rea2157cb8d3a4c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21f6951d85401c" /><Relationship Type="http://schemas.openxmlformats.org/officeDocument/2006/relationships/notesMaster" Target="/ppt/notesMasters/notesMaster1.xml" Id="R92ff41c52ee441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dd69dfdc684596" /><Relationship Type="http://schemas.openxmlformats.org/officeDocument/2006/relationships/notesMaster" Target="/ppt/notesMasters/notesMaster1.xml" Id="R17689a61360d40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16058a2ea44300" /><Relationship Type="http://schemas.openxmlformats.org/officeDocument/2006/relationships/notesMaster" Target="/ppt/notesMasters/notesMaster1.xml" Id="Rb1f126a3ee964d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8f0e912a694a4a" /><Relationship Type="http://schemas.openxmlformats.org/officeDocument/2006/relationships/notesMaster" Target="/ppt/notesMasters/notesMaster1.xml" Id="Rb4353679242344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990be7f0c4425e" /><Relationship Type="http://schemas.openxmlformats.org/officeDocument/2006/relationships/notesMaster" Target="/ppt/notesMasters/notesMaster1.xml" Id="R98079dbee4dd40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b3705f2a9e470f" /><Relationship Type="http://schemas.openxmlformats.org/officeDocument/2006/relationships/notesMaster" Target="/ppt/notesMasters/notesMaster1.xml" Id="Rceb5e28e20a446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30f3696cc74f17" /><Relationship Type="http://schemas.openxmlformats.org/officeDocument/2006/relationships/notesMaster" Target="/ppt/notesMasters/notesMaster1.xml" Id="R3733a243e91940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3a64c63c534366" /><Relationship Type="http://schemas.openxmlformats.org/officeDocument/2006/relationships/notesMaster" Target="/ppt/notesMasters/notesMaster1.xml" Id="R75c42186578445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1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2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3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4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5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6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7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8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9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10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11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13th Passenger pitch deck, slide 12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1f7ec574441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7c6b7f33af4f7a" /><Relationship Type="http://schemas.openxmlformats.org/officeDocument/2006/relationships/slideLayout" Target="/ppt/slideLayouts/slideLayout1.xml" Id="R3eb76464b3b849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b76464b3b849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778b7ffaa4483" /><Relationship Type="http://schemas.openxmlformats.org/officeDocument/2006/relationships/image" Target="/ppt/media/image.png" Id="R37aceede26304037" /><Relationship Type="http://schemas.openxmlformats.org/officeDocument/2006/relationships/notesSlide" Target="/ppt/notesSlides/notesSlide1.xml" Id="R13371da8a79d42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541f8d3a447da" /><Relationship Type="http://schemas.openxmlformats.org/officeDocument/2006/relationships/image" Target="/ppt/media/image2.png" Id="R0c5aec967c514c68" /><Relationship Type="http://schemas.openxmlformats.org/officeDocument/2006/relationships/notesSlide" Target="/ppt/notesSlides/notesSlide2.xml" Id="R9f1fdcfd955c40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7e892d4874df2" /><Relationship Type="http://schemas.openxmlformats.org/officeDocument/2006/relationships/image" Target="/ppt/media/image3.png" Id="Rbf78f0a2c892485e" /><Relationship Type="http://schemas.openxmlformats.org/officeDocument/2006/relationships/notesSlide" Target="/ppt/notesSlides/notesSlide3.xml" Id="R3b436b725a4b43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64bb8abaa46b6" /><Relationship Type="http://schemas.openxmlformats.org/officeDocument/2006/relationships/notesSlide" Target="/ppt/notesSlides/notesSlide4.xml" Id="R85a4972e1fb84c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97e5465334346" /><Relationship Type="http://schemas.openxmlformats.org/officeDocument/2006/relationships/image" Target="/ppt/media/image4.png" Id="R27e2e5a868f74091" /><Relationship Type="http://schemas.openxmlformats.org/officeDocument/2006/relationships/notesSlide" Target="/ppt/notesSlides/notesSlide5.xml" Id="Rbca97b331f7244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d842682cb45f1" /><Relationship Type="http://schemas.openxmlformats.org/officeDocument/2006/relationships/image" Target="/ppt/media/image5.png" Id="Rdb8e553929d54c6e" /><Relationship Type="http://schemas.openxmlformats.org/officeDocument/2006/relationships/notesSlide" Target="/ppt/notesSlides/notesSlide6.xml" Id="R6bded454936f4d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7628ba7dd461b" /><Relationship Type="http://schemas.openxmlformats.org/officeDocument/2006/relationships/image" Target="/ppt/media/image6.png" Id="R301322cf46c84907" /><Relationship Type="http://schemas.openxmlformats.org/officeDocument/2006/relationships/notesSlide" Target="/ppt/notesSlides/notesSlide7.xml" Id="R186ca984308447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14519b7ab4986" /><Relationship Type="http://schemas.openxmlformats.org/officeDocument/2006/relationships/image" Target="/ppt/media/image7.png" Id="R03566d7c5d044c5e" /><Relationship Type="http://schemas.openxmlformats.org/officeDocument/2006/relationships/notesSlide" Target="/ppt/notesSlides/notesSlide8.xml" Id="Re4319f588c5848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67f0759694924" /><Relationship Type="http://schemas.openxmlformats.org/officeDocument/2006/relationships/image" Target="/ppt/media/image8.png" Id="R9b89e156fb11470c" /><Relationship Type="http://schemas.openxmlformats.org/officeDocument/2006/relationships/notesSlide" Target="/ppt/notesSlides/notesSlide9.xml" Id="R030f3610f2ec4c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f3994e4e84174" /><Relationship Type="http://schemas.openxmlformats.org/officeDocument/2006/relationships/image" Target="/ppt/media/image9.png" Id="R224dc90f40cf48b3" /><Relationship Type="http://schemas.openxmlformats.org/officeDocument/2006/relationships/notesSlide" Target="/ppt/notesSlides/notesSlide10.xml" Id="R58f1526667254f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4c06c46774ae4" /><Relationship Type="http://schemas.openxmlformats.org/officeDocument/2006/relationships/notesSlide" Target="/ppt/notesSlides/notesSlide11.xml" Id="R54a1a16f296449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daff231e040c5" /><Relationship Type="http://schemas.openxmlformats.org/officeDocument/2006/relationships/notesSlide" Target="/ppt/notesSlides/notesSlide12.xml" Id="Raef30bcfd1ff42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ceede263040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79E9A-0286-4B2C-925B-DFABE35C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4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40FA8-13B6-45A3-B58A-532865F9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43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5A04E-E32B-481F-9095-C1B61646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AN INTERNATIONAL CONSPIRACY THRILLER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AD91D-A08B-47E3-A5FF-D76673CD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THE 13TH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PASSENGER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FFC02-F04B-4BAE-9512-B8E4E35D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194C4-9367-4CD7-A1A7-7C53B125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 i="1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D8E8F1"/>
                </a:solidFill>
                <a:latin typeface="Arial"/>
                <a:ea typeface="Arial"/>
                <a:cs typeface="Arial"/>
              </a:rPr>
              <a:t>If the system forgets you,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 i="1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D8E8F1"/>
                </a:solidFill>
                <a:latin typeface="Arial"/>
                <a:ea typeface="Arial"/>
                <a:cs typeface="Arial"/>
              </a:rPr>
              <a:t>who will remember?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598FF-1FA3-42B4-9037-0F373D81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FEATURE FILM  |  TECHNO-THRILLER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C0993-1021-4666-8471-0DC3E06D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857750"/>
            <a:ext cx="114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4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64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CACCE-B68C-41D0-9073-42DA000B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753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751576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aec967c514c68"/>
          <a:srcRect xmlns:a="http://schemas.openxmlformats.org/drawingml/2006/main" l="21078" t="0" r="21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0"/>
            <a:ext cx="7048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4C5C6-01C7-4210-9E87-4E5103C4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97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44A3F-F657-4435-90E1-81A2F5C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THE PREMISE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112A4-4D2A-4504-8EE5-C2B4B62C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One death. Zero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57D12-A068-4379-BF6D-4236A814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F650A-949A-4A8C-903A-9F526631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LOGLINE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65F92-F771-467B-8DD0-A590D744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After a passenger dies aboard an international flight and is erased from its digital manifest, a guilt-haunted accident investigator must expose a private intelligence contractor capable of manufacturing and deleting human identities before everyone trapped inside a remote French airport is permanently rewritten out of existence.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29002-2B4C-43EF-A234-C842BF6D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A contained airport thriller with global stakes.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F5A12-E23C-4113-AB54-D6607E31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THE 13TH PASSENGER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66743-E7CB-426F-8526-4728DB43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92622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8f0a2c892485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8D9EC-B559-4F9F-B6D4-E9A8327C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5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98CBF-DC58-43BC-ABE7-707F1891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10477500" cy="4857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7111A">
              <a:alpha val="72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AFD57-9AD1-46B5-B227-59FDF0B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THE HOOK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1083A-1C62-4747-AC4F-C7758A7A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A passenger dies.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9A98C-25EF-4D06-A3F9-0B4D81D8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50" b="1" i="0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D8E8F1"/>
                </a:solidFill>
                <a:latin typeface="Arial"/>
                <a:ea typeface="Arial"/>
                <a:cs typeface="Arial"/>
              </a:rPr>
              <a:t>Minutes later, every system says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3150" b="1" i="0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D8E8F1"/>
                </a:solidFill>
                <a:latin typeface="Arial"/>
                <a:ea typeface="Arial"/>
                <a:cs typeface="Arial"/>
              </a:rPr>
              <a:t>she was never there.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B3519-4967-4FE3-8583-DAB643AE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9903A-AD55-4CA1-A0DD-1B52AA2F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482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1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99C5B5"/>
                </a:solidFill>
                <a:latin typeface="Arial"/>
                <a:ea typeface="Arial"/>
                <a:cs typeface="Arial"/>
              </a:rPr>
              <a:t>In this world, identity is not stolen. It is edited.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F8E74-6BC6-4549-9B58-07C8C620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THE 13TH PASSENGER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77C79-1A0E-40CF-9890-DD3EC446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95380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F0F1E9-455F-4D41-A4F5-5C67704C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CREATIVE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7D6A2-6390-424A-8124-F9945D8D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Tense. Intelligent. Propulsive.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DDFF6-0828-4C1F-B673-3492276A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6E0AB-D455-4F0B-BD9C-FC3CB51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8E8F1"/>
                </a:solidFill>
                <a:latin typeface="Arial"/>
                <a:ea typeface="Arial"/>
                <a:cs typeface="Arial"/>
              </a:rPr>
              <a:t>A paranoid aviation mystery that expands into a muscular international conspiracy thriller.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2ABCE-4956-4CF3-9FC8-168ACF0D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981200" cy="2333625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4C170-80DD-48F8-9CC0-F9703E41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43E63-0C9F-49DC-B81D-9E653452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FLIGHTPLAN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159E6-FFC3-48AF-9B1D-74A74EC6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Contained aviation mystery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AA8AB-C904-43C0-9C07-A2E4EB3F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29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F7537-5EF1-4BD4-968D-BF25DCFA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981200" cy="2333625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DF72B-4D4A-4173-A361-BEE63ED5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00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3FD9D-7BAA-470A-B1E8-4F61FADE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242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ENEMY OF THE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C0567-9151-4E1D-9230-9DB3E41F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386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Surveillance conspiracy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D5BCD-A2BC-4D31-99D9-01C2383A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9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E8C0E-680C-4A48-A372-9FBB9789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981200" cy="2333625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143D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B240B-4CBE-4676-8733-4778416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00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EC8B9-6313-4814-A7EC-B50BB1C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SOURCE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33A17-FE22-49CE-AE78-0567E613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386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Propulsive identity puzzle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F65DF-2DD0-4DD3-8887-1D76F7D9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20956-8DB9-493B-B13B-333A5088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981200" cy="2333625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0587A-B1AC-4620-93DA-F76DEAAF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AC8D4-ECBA-400D-850C-10017F7C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242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THE NIGHT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77D9C-8673-4E8A-BCC2-FCD6B0E7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386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Accessible institutional thriller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2FE98-0472-4ECE-81C2-E93ABAAB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29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BD0ED-DAC7-43B3-99D2-4059DCAA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71750"/>
            <a:ext cx="1981200" cy="2333625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B3F45D-22B4-4A60-9266-15DF0D20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00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CB9C30-9882-4147-83DF-29EAC08D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242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E36F98-0923-422C-9BEF-A1AA1628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386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Stolen identity and pursuit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6270A-D534-4627-82A2-A9A6341B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629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707C7-60C1-48E0-AB60-E71F75B9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COMPARABLE DNA, DISTINCT EXECUTION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CC2408-9618-4675-931C-1A5CA0E1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Analog human memory becomes the last defense against digital erasure.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20D399-D98A-4A44-BB07-392FD717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THE 13TH PASSENGER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ADCBC1-C9A7-4D0E-B90E-7BDF3524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8206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2e5a868f74091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EB5AA-C739-4F0A-BB71-32495BC8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171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7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80060-3FBA-4F47-8A3C-7EFEE66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PROTAGONIST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77771-F4EA-4424-8D25-B2A38A19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Dr. Evelyn “Eve” Mercer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6A307-FC7E-46D4-9AB8-E4431FF1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96D11-FBC1-4BA2-B9AC-0DC7EEAD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42  |  AVIATION ACCIDENT INVESTIGATOR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3B3CC-1E1C-427F-B4CD-A06A6980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PRECISION AS ARMOR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6EE39-5FBC-413E-ACE3-5DC4072A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Brilliant, skeptical and controlled. Eve trusts evidence because people once failed 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78857-CE4D-47A3-969A-F93AC56E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THE 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53EA8-6521-43DF-A6A8-957B0703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Preserve the truth and protect 212 stranded passengers.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400D4-BD2C-462C-86D8-A6D6EACF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THE WOUND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1BDC4-1FFA-40FD-9669-D05CDB3B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She trusted clean paperwork over her husband. A bridge collapse killed him.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F268C-B096-4380-B9EA-1554DDBE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ARC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C3EEE-5441-49A3-BC80-0F1EBEB0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959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8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8E8F1"/>
                </a:solidFill>
                <a:latin typeface="Arial"/>
                <a:ea typeface="Arial"/>
                <a:cs typeface="Arial"/>
              </a:rPr>
              <a:t>From certainty to moral courage.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C80A6-96D5-49AF-9F8A-F7F66F4A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THE 13TH PASSENGER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9780A-87D1-49A9-AFC0-1494B525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0385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e553929d54c6e"/>
          <a:srcRect xmlns:a="http://schemas.openxmlformats.org/drawingml/2006/main" l="27136" t="0" r="271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572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9C423-C1E0-4F67-BCAD-D9F07FA3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171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D1844-0557-4019-A370-A797B13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THE ANTAGONIST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D8EE9-C237-49D0-9D65-4E1EF328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810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Adrian Vale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D4BF5-DA42-4E30-B4E2-7C293EBD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F66ED-4BED-4B14-8409-0A38300E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50s  |  CEO, JANUS GLOBAL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612D4-14C7-4147-8B8E-D7986981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CONTROL AS SALVATION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9AA90-4CC9-477E-AF10-E56CD8FE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Calm, persuasive and chillingly practical. Vale believes MIRROR saves lives by deciding which identities are real.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8E9E9-D179-4E2A-9ECA-FD58F1F7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CONNECTION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B1EBC-09BA-4E67-B3E0-9A3FCD9F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He weaponizes Eve’s faith in proof and offers her the comfort of a controlled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48AD2-1314-4B7E-8347-F24ACAAD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7263D">
              <a:alpha val="16000"/>
            </a:srgbClr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7316D-C0E5-443E-B0FD-79036EE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292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1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D8E8F1"/>
                </a:solidFill>
                <a:latin typeface="Arial"/>
                <a:ea typeface="Arial"/>
                <a:cs typeface="Arial"/>
              </a:rPr>
              <a:t>“The system cannot fail if it owns the facts.”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AFFE2-84B9-4763-BD3E-183870F4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THE 13TH PASSENGER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7175E-056A-4C24-A21E-03D73E92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07202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322cf46c849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53CF4-3CBE-4F03-8275-8ACA19D9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6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09A29-FE30-4754-A9F2-3153794B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82655-5182-4F8E-B221-61020FE5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THE ENSEMBLE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F5A12-9E1D-4584-A978-D48ECAB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Six people the system cannot reduce to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4321A-98C3-417B-AA4F-08861BB5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C4F6B-7C22-4EED-92E9-BCB9CE9C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LEILA HADDAD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7696C-BD9A-442C-BB0B-E0A6234C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764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MIRROR’s architect, hiding behind a purchased identity.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E0C70-E9DE-49E7-8BDB-8192ED76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PARK MIN-JAE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C9861-42E3-44F0-91AD-4872918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Security commander torn between protocol and conscience.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93B9D-1B07-46AD-84B5-D3D4942F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CAMILLE LAURENT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481BF-EF6B-4202-8900-9D9BEC0B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Cyber analyst who sees systems as refuge and weapon.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1E964-2B21-4B19-8400-EAE9F8DB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CAPTAIN MOREAU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D44E9-E883-4366-9DE4-F9E29745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338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Deceived pilot who chooses accountability over survival.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E2C02-AF0E-4425-AEC2-3C14FF5D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NOAH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E6385-621B-4110-AEDB-4EA1232D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196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Seven-year-old witness who remembers behavior, not records.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E09E4-7F0B-413B-9323-2FDC7A7F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NIGEL CROWTHER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60DD3-DDDC-4447-B6C0-A5E632BC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Caustic whistleblower living under someone else’s name.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40336-1A18-484E-920A-7072B619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THE 13TH PASSENGER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23A52D-8B20-4072-A9E3-36A13E78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977682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66d7c5d044c5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6DBE0-8A0B-4ABA-B0E5-E3D9BD17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EAED7-2D3A-45D3-B99D-4EDA42F7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STORY IN THREE 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11917-5674-4988-943C-D2158939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From impossible death to public reckoning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24B9F-10DC-453A-B7C3-F5A7EFF1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638550" cy="35433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07111A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B6AD5-87AA-4B35-BB2B-08C436BA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2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ACT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2CCEC-5603-4FF6-956D-E95280EC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THE IMPOSSIBLE PASSENGER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6118D-8B13-4B10-94B2-C31ED909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16EFE-0822-4F70-A445-6339207C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8E8F1"/>
                </a:solidFill>
                <a:latin typeface="Arial"/>
                <a:ea typeface="Arial"/>
                <a:cs typeface="Arial"/>
              </a:rPr>
              <a:t>Inès dies in seat 13A. Conflicting manifests force Flight 714 into a sabotaged airport.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41458-7F38-4191-80C0-571A26C0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3638550" cy="35433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07111A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D790C-1CB1-4117-B022-2D5F1FF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2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ACT II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69560-DCC2-49F9-8F5A-B10F1534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THE SYSTEM CLOSES 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91138-7476-4C8E-9488-904E61D7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DE59F-351B-405E-A4D0-641312C8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8E8F1"/>
                </a:solidFill>
                <a:latin typeface="Arial"/>
                <a:ea typeface="Arial"/>
                <a:cs typeface="Arial"/>
              </a:rPr>
              <a:t>Eve uncovers MIRROR, the Root Ledger and Leila’s true identity as Janus erases people in real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8EEF9-2287-4A63-9E06-17F3D2A9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3638550" cy="35433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07111A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A4077-9893-4B70-B6C5-9095040A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86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2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ACT III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3B6FD-1C40-48A8-9139-61D2CF92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051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TRUTH GOES ANALOG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4A3BD-B426-47B4-9834-EF38AA4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12997-5154-4AC6-9E6A-69051043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33800"/>
            <a:ext cx="304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8E8F1"/>
                </a:solidFill>
                <a:latin typeface="Arial"/>
                <a:ea typeface="Arial"/>
                <a:cs typeface="Arial"/>
              </a:rPr>
              <a:t>Passengers resist with memory and paper. Vale falls, the Ledger surfaces and the real architect remains free.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2CDD8-1475-49E8-B514-37F9841C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THE 13TH PASSENGER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FA5C3-F0EE-4245-B350-EE12BFF7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88749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9e156fb11470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11E87-7646-4B4F-ACEF-1A1E3D5C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3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C10C7-8EBF-46E9-A9A9-05713A3C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52808-8788-492D-B998-945853B7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VISUAL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001C4-40FE-4088-B481-1B2F190D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Cold systems. Warm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ED672-F42B-41CD-BFE5-8C09B1F5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13520-8272-41A8-ACDE-2B5D9A4F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RAIN ON GLASS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72667-BC41-417B-A3B9-ABABD49B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WET STEEL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882CA-45BF-42C6-A2D4-21A1E08E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PASSPORT FIBERS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E5BA1-2FC3-43F4-823A-F545A16D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REDACTED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17A22-04B6-4A00-BA8F-1ED79D72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PALE MANIFEST GREEN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16FBE-563C-4B3A-BDF8-97AF0F51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EMERGENCY 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78EAA-7C55-4016-B0DC-D28F69E2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1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D8E8F1"/>
                </a:solidFill>
                <a:latin typeface="Arial"/>
                <a:ea typeface="Arial"/>
                <a:cs typeface="Arial"/>
              </a:rPr>
              <a:t>Analog objects carry emotion. Digital surfaces carry threat.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27554-4129-4620-8463-CBFB939E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4572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07111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18947-4EDA-4631-8A53-9D2FE5F1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62650"/>
            <a:ext cx="4572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3D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67A7C-77E1-4AF9-A240-F1253B91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962650"/>
            <a:ext cx="4572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6FB53-286A-4ED3-A227-5727E40C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962650"/>
            <a:ext cx="4572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430A7-0C79-42E3-890C-FAABA37B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962650"/>
            <a:ext cx="457200" cy="20955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4288A-82F4-4B8E-8575-3DBB99E3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THE 13TH PASSENGER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239AB-2C30-43DA-B2D2-185CFDA1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5567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004A5-2087-432C-B778-DAAF01E7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CASTING WISHLIST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A0115-CE10-4F33-9EB1-917B773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International prestige with thriller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B4595-92E8-4BE4-998E-0F4E7951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dc90f40cf48b3"/>
          <a:srcRect xmlns:a="http://schemas.openxmlformats.org/drawingml/2006/main" l="0" t="15054" r="0" b="150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524000"/>
            <a:ext cx="108966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7E2B9-23AA-413B-BA36-61346CE6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8966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18000"/>
            </a:srgbClr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B1239-F760-4F0B-B290-07EC5513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6D80D-BABA-4DC1-B18D-06E2AD76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GUGU MBATHA-RAW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EVE MERCER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59327-7E98-4D6E-8ADF-96A77A2C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219450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3C627-9129-41F2-9733-6D75C791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86125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GOLSHIFTEH FARAHANI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LEILA HADDAD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13899-8C75-4280-B818-0BE6BC51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1EAEF-D004-441C-A738-92DC58B2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86125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PARK HAE-SOO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PARK MIN-JAE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9796F-0EB0-4492-BDA9-3DF81179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E684D-55AE-4A42-9164-712C91E1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MÉLANIE LAURENT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CAMILLE LAURENT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DFE22-D0EB-4711-8F43-15D6ED79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334000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8F325-3E05-4542-A27C-F34F6BFE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400675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MARK STRONG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ADRIAN VALE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B3F98-9B8A-43D2-9528-6DDEA185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5986D-2F86-4B4B-9A38-EC114731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00675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JEAN RENO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0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CAPTAIN MOREAU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5852C-96D3-4234-A45F-4BBE269B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1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9FB4C2"/>
                </a:solidFill>
                <a:latin typeface="Arial"/>
                <a:ea typeface="Arial"/>
                <a:cs typeface="Arial"/>
              </a:rPr>
              <a:t>Casting wishlist. Visuals represent character archetypes, not actor likenesses.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67A8B-1CAC-4523-93C6-693CA958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THE 13TH PASSENGER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502D7-D26D-4E6D-8BB7-62F079A1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21785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931B4D-4971-42D6-9E2A-1149E77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F5690-1185-4514-AB74-B44267B8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>
              <a:alpha val="9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23952-5088-4D4B-84B4-1926987C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876300"/>
            <a:ext cx="3619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87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595A4-6C35-4C75-AB27-18E3456F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PLATFORM 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69982-059F-4B74-9F6C-EC0BABFE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Why it works for Netflix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FD0BD-9F45-4C4D-B33C-01C8CF50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38582-2DF1-486E-9BE0-C6F5DBFE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DEB8D-BF64-49A1-BE59-9EEBC577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66875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8E35B-EEEC-4321-A986-95CCA8FE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192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A one-sentence global hook audiences understand instantly.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84D4C-57E3-40FA-B630-7E25D0FE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BD477-F589-474F-9F6D-722212CF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33625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50427-EFB7-49D2-8B4B-088B0A87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860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A female-led international ensemble built for worldwide reach.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9DF35-AE84-46C0-873E-28B86158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80ED0-27DB-4FC3-8185-05A74283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0375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F529E-46EF-4746-8AE3-82ACEFC2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One controlled location with the perceived scale of a global chase.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D4DB7-EE30-45AA-A67D-CD0E945D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497E5-17A7-485F-ACED-AD2AAEEE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67125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D2B6D-6842-4354-841F-200965CD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A timely identity, surveillance and data-control theme.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1118A-6EE3-4584-B133-0FE38ED6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A1E45-BF5D-4AE8-B02C-2C20321D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33875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80498-9799-41BA-A039-0930CE26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862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Trailer-ready action anchored by a distinctive analog-evidence motif.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1DDC0-3929-4803-BA71-BED727AB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C3063-6C52-4714-A824-8A2EC4D7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4EFDBB-32C6-4DDC-B3BC-C5E06A20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530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A clean franchise engine through Elias Voss and surviving clients.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66E02-DE9C-4783-B13F-84609AAF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10125"/>
            <a:ext cx="3333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7111A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9E7E3-8A78-406C-B6DB-811177FE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91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4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CLICK DRIVER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042CEE-3879-441F-B593-63CD145C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38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Who was in seat 13A?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04EE37-940F-4EBD-94F4-415F57BA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THE 13TH PASSENGER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54E8D9-D6D6-4707-BC2D-DD13AFD9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493902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D68379-D453-4AC4-9731-F7899E0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THE PATH FORWARD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8470A-9080-457B-A4B5-8BAA8418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Built to move from page to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04A8C-310A-41ED-BCA0-422EFE2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1DEE8-9842-4BF9-8D17-2B815F11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99C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9C5B5"/>
                </a:solidFill>
                <a:latin typeface="Arial"/>
                <a:ea typeface="Arial"/>
                <a:cs typeface="Arial"/>
              </a:rPr>
              <a:t>AVAILABLE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A59FC-F4AB-4C30-8E85-A6D41227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52EE7-C1D6-4884-A56D-A99E2039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240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07111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7111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5310A-ABEF-441F-8B2E-8E7BFD4C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240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Revision 7 screenplay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922F3-F95C-44DE-B56C-DE633369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D3C8F-28AE-4A32-A6CF-8464ADA4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07111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7111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B2020-7E2D-4B62-A7C1-9C96E76C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14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Buyer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F5486-137A-4A24-9B15-B3F5F44A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25446-5528-4102-9839-066CE74D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07111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7111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33E71-7A78-4A25-B2FE-8C41FFCD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051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45-second teaser 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0818E-5044-4D02-BEEA-A1D10BDB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9C5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9AAC6-8C4D-4865-B404-19323AD6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95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07111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7111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24502-1A0A-4A01-AF86-E062FBD7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957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Editable pitch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29A05-455F-4038-8804-97B1687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38300"/>
            <a:ext cx="381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263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622FF-4DFC-4BA4-9453-7CA8706F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5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FE86D-8F6F-4CE6-9A22-6129D376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5CBCB-4ABF-48D8-A558-AA8728D6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1455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Final screenplay polish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F786F-5525-48D2-9C68-523204A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D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F3034-6B2C-46B9-9BDC-403550CB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7A90E-6E69-4528-A22E-BDC0874D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Proof-of-concept teaser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52431-7FD9-40E8-B97E-575A0874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D5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575DF-C8B0-47E2-909E-764F9F34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757406-AB5B-49C7-BBC8-3CEA480E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0045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Attach director and key cast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E7A95B-9EE1-4534-99B2-84C8D7AC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814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D5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0278BD-C2BA-497F-B909-F80E579E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726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7263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47AEF5-8828-4ECA-95D4-B6429EB6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434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8"/>
                </a:solidFill>
                <a:latin typeface="Arial"/>
                <a:ea typeface="Arial"/>
                <a:cs typeface="Arial"/>
              </a:rPr>
              <a:t>Budgeting and financing conversations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08228A-FA14-4BFD-A0DC-D6C3A8BB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14950"/>
            <a:ext cx="476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43D59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8A8EF6-DD2B-4D91-A04B-DD84A222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34025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D8E8F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8E8F1"/>
                </a:solidFill>
                <a:latin typeface="Arial"/>
                <a:ea typeface="Arial"/>
                <a:cs typeface="Arial"/>
              </a:rPr>
              <a:t>THE TRUTH SURVIVES WHEN PEOPLE REMEMBER.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359B2-E4C4-4145-8631-274C278E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THE 13TH PASSENGER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F4B51B-62B0-4E72-92F0-D8B8DB85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0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9FB4C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3686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2026-10-02T11:02:43.2750000Z</dcterms:created>
  <dcterms:modified xsi:type="dcterms:W3CDTF">2026-10-02T11:02:43.2750000Z</dcterms:modified>
</coreProperties>
</file>